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3"/>
  </p:notesMasterIdLst>
  <p:handoutMasterIdLst>
    <p:handoutMasterId r:id="rId24"/>
  </p:handoutMasterIdLst>
  <p:sldIdLst>
    <p:sldId id="292" r:id="rId3"/>
    <p:sldId id="758" r:id="rId4"/>
    <p:sldId id="814" r:id="rId5"/>
    <p:sldId id="816" r:id="rId6"/>
    <p:sldId id="817" r:id="rId7"/>
    <p:sldId id="626" r:id="rId8"/>
    <p:sldId id="713" r:id="rId9"/>
    <p:sldId id="631" r:id="rId10"/>
    <p:sldId id="757" r:id="rId11"/>
    <p:sldId id="632" r:id="rId12"/>
    <p:sldId id="589" r:id="rId13"/>
    <p:sldId id="588" r:id="rId14"/>
    <p:sldId id="693" r:id="rId15"/>
    <p:sldId id="819" r:id="rId16"/>
    <p:sldId id="708" r:id="rId17"/>
    <p:sldId id="709" r:id="rId18"/>
    <p:sldId id="710" r:id="rId19"/>
    <p:sldId id="711" r:id="rId20"/>
    <p:sldId id="590" r:id="rId21"/>
    <p:sldId id="815"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B11FB1"/>
    <a:srgbClr val="1219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75" autoAdjust="0"/>
    <p:restoredTop sz="82450" autoAdjust="0"/>
  </p:normalViewPr>
  <p:slideViewPr>
    <p:cSldViewPr snapToGrid="0">
      <p:cViewPr varScale="1">
        <p:scale>
          <a:sx n="70" d="100"/>
          <a:sy n="70" d="100"/>
        </p:scale>
        <p:origin x="1382" y="53"/>
      </p:cViewPr>
      <p:guideLst>
        <p:guide orient="horz" pos="2160"/>
        <p:guide pos="3840"/>
      </p:guideLst>
    </p:cSldViewPr>
  </p:slideViewPr>
  <p:notesTextViewPr>
    <p:cViewPr>
      <p:scale>
        <a:sx n="3" d="2"/>
        <a:sy n="3" d="2"/>
      </p:scale>
      <p:origin x="0" y="0"/>
    </p:cViewPr>
  </p:notesTextViewPr>
  <p:sorterViewPr>
    <p:cViewPr>
      <p:scale>
        <a:sx n="66" d="100"/>
        <a:sy n="66" d="100"/>
      </p:scale>
      <p:origin x="0" y="0"/>
    </p:cViewPr>
  </p:sorterViewPr>
  <p:notesViewPr>
    <p:cSldViewPr snapToGrid="0">
      <p:cViewPr varScale="1">
        <p:scale>
          <a:sx n="72" d="100"/>
          <a:sy n="72" d="100"/>
        </p:scale>
        <p:origin x="2724"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05DC71E-D8FC-4C81-BB2B-0C96CB6C633D}" type="datetimeFigureOut">
              <a:rPr lang="en-US" smtClean="0"/>
              <a:pPr/>
              <a:t>9/18/2024</a:t>
            </a:fld>
            <a:endParaRPr 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1537F1-B5DB-4596-9ADC-9A688DD6AAF2}" type="slidenum">
              <a:rPr lang="en-US" smtClean="0"/>
              <a:pPr/>
              <a:t>‹#›</a:t>
            </a:fld>
            <a:endParaRPr lang="en-US"/>
          </a:p>
        </p:txBody>
      </p:sp>
    </p:spTree>
    <p:extLst>
      <p:ext uri="{BB962C8B-B14F-4D97-AF65-F5344CB8AC3E}">
        <p14:creationId xmlns:p14="http://schemas.microsoft.com/office/powerpoint/2010/main" val="10638034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3BB95E-BC63-41D4-A90A-625FC3DAD50A}" type="datetimeFigureOut">
              <a:rPr lang="zh-CN" altLang="en-US" smtClean="0"/>
              <a:pPr/>
              <a:t>2024/9/18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1D0AC1-9E77-403C-BD4A-A844836F515D}" type="slidenum">
              <a:rPr lang="zh-CN" altLang="en-US" smtClean="0"/>
              <a:pPr/>
              <a:t>‹#›</a:t>
            </a:fld>
            <a:endParaRPr lang="zh-CN" altLang="en-US"/>
          </a:p>
        </p:txBody>
      </p:sp>
    </p:spTree>
    <p:extLst>
      <p:ext uri="{BB962C8B-B14F-4D97-AF65-F5344CB8AC3E}">
        <p14:creationId xmlns:p14="http://schemas.microsoft.com/office/powerpoint/2010/main" val="4237122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ctr" defTabSz="584200" rtl="0" eaLnBrk="1" fontAlgn="auto" latinLnBrk="0" hangingPunct="0">
              <a:lnSpc>
                <a:spcPct val="100000"/>
              </a:lnSpc>
              <a:spcBef>
                <a:spcPts val="0"/>
              </a:spcBef>
              <a:spcAft>
                <a:spcPts val="0"/>
              </a:spcAft>
              <a:buClrTx/>
              <a:buSzTx/>
              <a:buFontTx/>
              <a:buNone/>
              <a:tabLst/>
              <a:defRPr/>
            </a:pPr>
            <a:fld id="{341D0AC1-9E77-403C-BD4A-A844836F515D}" type="slidenum">
              <a:rPr kumimoji="0" lang="zh-CN" altLang="en-US" sz="5000" b="0" i="0" u="none" strike="noStrike" kern="0" cap="none" spc="0" normalizeH="0" baseline="0" noProof="0" smtClean="0">
                <a:ln>
                  <a:noFill/>
                </a:ln>
                <a:solidFill>
                  <a:srgbClr val="000000"/>
                </a:solidFill>
                <a:effectLst/>
                <a:uLnTx/>
                <a:uFillTx/>
                <a:latin typeface="Helvetica Light"/>
                <a:ea typeface="宋体" panose="02010600030101010101" pitchFamily="2" charset="-122"/>
                <a:cs typeface="+mn-cs"/>
                <a:sym typeface="Helvetica Light"/>
              </a:rPr>
              <a:pPr marL="0" marR="0" lvl="0" indent="0" algn="ctr" defTabSz="584200" rtl="0" eaLnBrk="1" fontAlgn="auto" latinLnBrk="0" hangingPunct="0">
                <a:lnSpc>
                  <a:spcPct val="100000"/>
                </a:lnSpc>
                <a:spcBef>
                  <a:spcPts val="0"/>
                </a:spcBef>
                <a:spcAft>
                  <a:spcPts val="0"/>
                </a:spcAft>
                <a:buClrTx/>
                <a:buSzTx/>
                <a:buFontTx/>
                <a:buNone/>
                <a:tabLst/>
                <a:defRPr/>
              </a:pPr>
              <a:t>1</a:t>
            </a:fld>
            <a:endParaRPr kumimoji="0" lang="zh-CN" altLang="en-US" sz="5000" b="0" i="0" u="none" strike="noStrike" kern="0" cap="none" spc="0" normalizeH="0" baseline="0" noProof="0">
              <a:ln>
                <a:noFill/>
              </a:ln>
              <a:solidFill>
                <a:srgbClr val="000000"/>
              </a:solidFill>
              <a:effectLst/>
              <a:uLnTx/>
              <a:uFillTx/>
              <a:latin typeface="Helvetica Light"/>
              <a:ea typeface="宋体" panose="02010600030101010101" pitchFamily="2" charset="-122"/>
              <a:cs typeface="+mn-cs"/>
              <a:sym typeface="Helvetica Light"/>
            </a:endParaRPr>
          </a:p>
        </p:txBody>
      </p:sp>
    </p:spTree>
    <p:extLst>
      <p:ext uri="{BB962C8B-B14F-4D97-AF65-F5344CB8AC3E}">
        <p14:creationId xmlns:p14="http://schemas.microsoft.com/office/powerpoint/2010/main" val="432676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41D0AC1-9E77-403C-BD4A-A844836F515D}" type="slidenum">
              <a:rPr lang="zh-CN" altLang="en-US" smtClean="0"/>
              <a:pPr/>
              <a:t>2</a:t>
            </a:fld>
            <a:endParaRPr lang="zh-CN" altLang="en-US"/>
          </a:p>
        </p:txBody>
      </p:sp>
    </p:spTree>
    <p:extLst>
      <p:ext uri="{BB962C8B-B14F-4D97-AF65-F5344CB8AC3E}">
        <p14:creationId xmlns:p14="http://schemas.microsoft.com/office/powerpoint/2010/main" val="1615971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7"/>
          <p:cNvSpPr txBox="1">
            <a:spLocks noGrp="1"/>
          </p:cNvSpPr>
          <p:nvPr>
            <p:ph type="sldNum" sz="quarter"/>
          </p:nvPr>
        </p:nvSpPr>
        <p:spPr>
          <a:xfrm>
            <a:off x="3884463" y="8685878"/>
            <a:ext cx="2972004" cy="456704"/>
          </a:xfrm>
          <a:prstGeom prst="rect">
            <a:avLst/>
          </a:prstGeom>
          <a:noFill/>
          <a:ln w="9525">
            <a:noFill/>
          </a:ln>
        </p:spPr>
        <p:txBody>
          <a:bodyPr wrap="square" lIns="91431" tIns="45716" rIns="91431" bIns="45716" anchor="b"/>
          <a:lstStyle/>
          <a:p>
            <a:pPr defTabSz="914423"/>
            <a:fld id="{9A0DB2DC-4C9A-4742-B13C-FB6460FD3503}" type="slidenum">
              <a:rPr lang="en-US" altLang="zh-CN" dirty="0"/>
              <a:pPr defTabSz="914423"/>
              <a:t>3</a:t>
            </a:fld>
            <a:endParaRPr lang="en-US" altLang="zh-CN" dirty="0"/>
          </a:p>
        </p:txBody>
      </p:sp>
      <p:sp>
        <p:nvSpPr>
          <p:cNvPr id="11266" name="Rectangle 2"/>
          <p:cNvSpPr>
            <a:spLocks noGrp="1" noRot="1" noChangeAspect="1" noTextEdit="1"/>
          </p:cNvSpPr>
          <p:nvPr>
            <p:ph type="sldImg"/>
          </p:nvPr>
        </p:nvSpPr>
        <p:spPr>
          <a:xfrm>
            <a:off x="381000" y="685800"/>
            <a:ext cx="6096000" cy="3429000"/>
          </a:xfrm>
        </p:spPr>
      </p:sp>
      <p:sp>
        <p:nvSpPr>
          <p:cNvPr id="11267" name="Rectangle 3"/>
          <p:cNvSpPr>
            <a:spLocks noGrp="1"/>
          </p:cNvSpPr>
          <p:nvPr>
            <p:ph type="body"/>
          </p:nvPr>
        </p:nvSpPr>
        <p:spPr>
          <a:xfrm>
            <a:off x="913991" y="4342939"/>
            <a:ext cx="5030018" cy="4114587"/>
          </a:xfrm>
        </p:spPr>
        <p:txBody>
          <a:bodyPr wrap="square" lIns="91431" tIns="45716" rIns="91431" bIns="45716" anchor="t"/>
          <a:lstStyle/>
          <a:p>
            <a:pPr lvl="0" eaLnBrk="1" hangingPunct="1"/>
            <a:r>
              <a:rPr lang="zh-CN" altLang="en-US" dirty="0"/>
              <a:t>智慧城市 智慧农业 二维码</a:t>
            </a:r>
            <a:endParaRPr lang="en-US" altLang="zh-CN" dirty="0"/>
          </a:p>
          <a:p>
            <a:pPr lvl="0" eaLnBrk="1" hangingPunct="1"/>
            <a:r>
              <a:rPr lang="zh-CN" altLang="en-US" dirty="0"/>
              <a:t>各种数据库应用软件</a:t>
            </a:r>
            <a:r>
              <a:rPr lang="en-US" altLang="zh-CN" dirty="0"/>
              <a:t>oracle </a:t>
            </a:r>
            <a:r>
              <a:rPr lang="en-US" altLang="zh-CN" dirty="0" err="1"/>
              <a:t>MogonDB</a:t>
            </a:r>
            <a:r>
              <a:rPr lang="zh-CN" altLang="en-US" dirty="0"/>
              <a:t>等</a:t>
            </a:r>
            <a:endParaRPr lang="en-US" altLang="zh-CN" dirty="0"/>
          </a:p>
          <a:p>
            <a:pPr lvl="0" eaLnBrk="1" hangingPunct="1"/>
            <a:r>
              <a:rPr lang="zh-CN" altLang="en-US" dirty="0"/>
              <a:t>京东的商品推荐 抖音的视频推荐</a:t>
            </a:r>
            <a:endParaRPr lang="zh-CN" altLang="zh-CN" dirty="0"/>
          </a:p>
        </p:txBody>
      </p:sp>
    </p:spTree>
    <p:extLst>
      <p:ext uri="{BB962C8B-B14F-4D97-AF65-F5344CB8AC3E}">
        <p14:creationId xmlns:p14="http://schemas.microsoft.com/office/powerpoint/2010/main" val="276337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操作系统</a:t>
            </a:r>
          </a:p>
        </p:txBody>
      </p:sp>
      <p:sp>
        <p:nvSpPr>
          <p:cNvPr id="4" name="灯片编号占位符 3"/>
          <p:cNvSpPr>
            <a:spLocks noGrp="1"/>
          </p:cNvSpPr>
          <p:nvPr>
            <p:ph type="sldNum" sz="quarter" idx="10"/>
          </p:nvPr>
        </p:nvSpPr>
        <p:spPr/>
        <p:txBody>
          <a:bodyPr/>
          <a:lstStyle/>
          <a:p>
            <a:fld id="{341D0AC1-9E77-403C-BD4A-A844836F515D}" type="slidenum">
              <a:rPr lang="zh-CN" altLang="en-US" smtClean="0"/>
              <a:pPr/>
              <a:t>7</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41D0AC1-9E77-403C-BD4A-A844836F515D}" type="slidenum">
              <a:rPr lang="zh-CN" altLang="en-US" smtClean="0"/>
              <a:pPr/>
              <a:t>9</a:t>
            </a:fld>
            <a:endParaRPr lang="zh-CN" altLang="en-US"/>
          </a:p>
        </p:txBody>
      </p:sp>
    </p:spTree>
    <p:extLst>
      <p:ext uri="{BB962C8B-B14F-4D97-AF65-F5344CB8AC3E}">
        <p14:creationId xmlns:p14="http://schemas.microsoft.com/office/powerpoint/2010/main" val="1663294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41D0AC1-9E77-403C-BD4A-A844836F515D}" type="slidenum">
              <a:rPr lang="zh-CN" altLang="en-US" smtClean="0"/>
              <a:pPr/>
              <a:t>10</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9513C993-66F3-499D-9822-852DA3CBA443}" type="slidenum">
              <a:rPr lang="en-US" altLang="zh-CN" smtClean="0"/>
              <a:pPr eaLnBrk="1" hangingPunct="1">
                <a:spcBef>
                  <a:spcPct val="0"/>
                </a:spcBef>
              </a:pPr>
              <a:t>13</a:t>
            </a:fld>
            <a:endParaRPr lang="en-US" altLang="zh-CN"/>
          </a:p>
        </p:txBody>
      </p:sp>
      <p:sp>
        <p:nvSpPr>
          <p:cNvPr id="192515" name="Rectangle 1026"/>
          <p:cNvSpPr>
            <a:spLocks noGrp="1" noRot="1" noChangeAspect="1" noChangeArrowheads="1" noTextEdit="1"/>
          </p:cNvSpPr>
          <p:nvPr>
            <p:ph type="sldImg"/>
          </p:nvPr>
        </p:nvSpPr>
        <p:spPr>
          <a:ln/>
        </p:spPr>
      </p:sp>
      <p:sp>
        <p:nvSpPr>
          <p:cNvPr id="192516"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buFontTx/>
              <a:buChar char="•"/>
            </a:pPr>
            <a:endParaRPr lang="zh-CN" altLang="en-US" dirty="0"/>
          </a:p>
          <a:p>
            <a:pPr eaLnBrk="1" hangingPunct="1"/>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ea typeface="宋体" pitchFamily="2" charset="-122"/>
              </a:defRPr>
            </a:lvl1pPr>
            <a:lvl2pPr marL="742950" indent="-285750" eaLnBrk="0" hangingPunct="0">
              <a:spcBef>
                <a:spcPct val="30000"/>
              </a:spcBef>
              <a:defRPr sz="1200">
                <a:solidFill>
                  <a:schemeClr val="tx1"/>
                </a:solidFill>
                <a:latin typeface="Times New Roman" pitchFamily="18" charset="0"/>
                <a:ea typeface="宋体" pitchFamily="2" charset="-122"/>
              </a:defRPr>
            </a:lvl2pPr>
            <a:lvl3pPr marL="1143000" indent="-228600" eaLnBrk="0" hangingPunct="0">
              <a:spcBef>
                <a:spcPct val="30000"/>
              </a:spcBef>
              <a:defRPr sz="1200">
                <a:solidFill>
                  <a:schemeClr val="tx1"/>
                </a:solidFill>
                <a:latin typeface="Times New Roman" pitchFamily="18" charset="0"/>
                <a:ea typeface="宋体" pitchFamily="2" charset="-122"/>
              </a:defRPr>
            </a:lvl3pPr>
            <a:lvl4pPr marL="1600200" indent="-228600" eaLnBrk="0" hangingPunct="0">
              <a:spcBef>
                <a:spcPct val="30000"/>
              </a:spcBef>
              <a:defRPr sz="1200">
                <a:solidFill>
                  <a:schemeClr val="tx1"/>
                </a:solidFill>
                <a:latin typeface="Times New Roman" pitchFamily="18" charset="0"/>
                <a:ea typeface="宋体" pitchFamily="2" charset="-122"/>
              </a:defRPr>
            </a:lvl4pPr>
            <a:lvl5pPr marL="2057400" indent="-228600" eaLnBrk="0" hangingPunct="0">
              <a:spcBef>
                <a:spcPct val="30000"/>
              </a:spcBef>
              <a:defRPr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itchFamily="18" charset="0"/>
                <a:ea typeface="宋体" pitchFamily="2" charset="-122"/>
              </a:defRPr>
            </a:lvl9pPr>
          </a:lstStyle>
          <a:p>
            <a:pPr eaLnBrk="1" hangingPunct="1">
              <a:spcBef>
                <a:spcPct val="0"/>
              </a:spcBef>
            </a:pPr>
            <a:fld id="{9513C993-66F3-499D-9822-852DA3CBA443}" type="slidenum">
              <a:rPr lang="en-US" altLang="zh-CN" smtClean="0"/>
              <a:pPr eaLnBrk="1" hangingPunct="1">
                <a:spcBef>
                  <a:spcPct val="0"/>
                </a:spcBef>
              </a:pPr>
              <a:t>14</a:t>
            </a:fld>
            <a:endParaRPr lang="en-US" altLang="zh-CN"/>
          </a:p>
        </p:txBody>
      </p:sp>
      <p:sp>
        <p:nvSpPr>
          <p:cNvPr id="192515" name="Rectangle 1026"/>
          <p:cNvSpPr>
            <a:spLocks noGrp="1" noRot="1" noChangeAspect="1" noChangeArrowheads="1" noTextEdit="1"/>
          </p:cNvSpPr>
          <p:nvPr>
            <p:ph type="sldImg"/>
          </p:nvPr>
        </p:nvSpPr>
        <p:spPr>
          <a:ln/>
        </p:spPr>
      </p:sp>
      <p:sp>
        <p:nvSpPr>
          <p:cNvPr id="192516"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buFontTx/>
              <a:buChar char="•"/>
            </a:pPr>
            <a:endParaRPr lang="zh-CN" altLang="en-US" dirty="0"/>
          </a:p>
          <a:p>
            <a:pPr eaLnBrk="1" hangingPunct="1"/>
            <a:endParaRPr lang="en-US" altLang="zh-CN" dirty="0"/>
          </a:p>
        </p:txBody>
      </p:sp>
    </p:spTree>
    <p:extLst>
      <p:ext uri="{BB962C8B-B14F-4D97-AF65-F5344CB8AC3E}">
        <p14:creationId xmlns:p14="http://schemas.microsoft.com/office/powerpoint/2010/main" val="591795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fld id="{D6D8082F-5945-4EF8-9289-88FE3B04ED15}" type="datetime1">
              <a:rPr lang="zh-CN" altLang="en-US" smtClean="0"/>
              <a:pPr/>
              <a:t>2024/9/18</a:t>
            </a:fld>
            <a:endParaRPr lang="zh-CN" altLang="en-US"/>
          </a:p>
        </p:txBody>
      </p:sp>
      <p:sp>
        <p:nvSpPr>
          <p:cNvPr id="5" name="页脚占位符 4"/>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F210D295-9B15-4757-888B-4FDF115DEA16}" type="slidenum">
              <a:rPr lang="zh-CN" altLang="en-US" smtClean="0"/>
              <a:pPr/>
              <a:t>‹#›</a:t>
            </a:fld>
            <a:endParaRPr lang="zh-CN" altLang="en-US"/>
          </a:p>
        </p:txBody>
      </p:sp>
      <p:sp>
        <p:nvSpPr>
          <p:cNvPr id="2" name="标题 1"/>
          <p:cNvSpPr>
            <a:spLocks noGrp="1"/>
          </p:cNvSpPr>
          <p:nvPr>
            <p:ph type="ctrTitle"/>
          </p:nvPr>
        </p:nvSpPr>
        <p:spPr>
          <a:xfrm>
            <a:off x="1524000" y="1122363"/>
            <a:ext cx="9144000" cy="2387600"/>
          </a:xfrm>
        </p:spPr>
        <p:txBody>
          <a:bodyPr anchor="b"/>
          <a:lstStyle>
            <a:lvl1pPr algn="ctr">
              <a:defRPr sz="6000" baseline="0"/>
            </a:lvl1pPr>
          </a:lstStyle>
          <a:p>
            <a:r>
              <a:rPr lang="zh-CN" altLang="en-US" dirty="0"/>
              <a:t>单击此处编辑母版标题样式</a:t>
            </a:r>
          </a:p>
        </p:txBody>
      </p:sp>
    </p:spTree>
    <p:extLst>
      <p:ext uri="{BB962C8B-B14F-4D97-AF65-F5344CB8AC3E}">
        <p14:creationId xmlns:p14="http://schemas.microsoft.com/office/powerpoint/2010/main" val="3733620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377F4D32-47A2-4336-B50B-0C88FA0544CB}" type="datetime1">
              <a:rPr lang="zh-CN" altLang="en-US" smtClean="0"/>
              <a:pPr/>
              <a:t>2024/9/18</a:t>
            </a:fld>
            <a:endParaRPr lang="zh-CN" altLang="en-US"/>
          </a:p>
        </p:txBody>
      </p:sp>
      <p:sp>
        <p:nvSpPr>
          <p:cNvPr id="5" name="页脚占位符 4"/>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F210D295-9B15-4757-888B-4FDF115DEA16}" type="slidenum">
              <a:rPr lang="zh-CN" altLang="en-US" smtClean="0"/>
              <a:pPr/>
              <a:t>‹#›</a:t>
            </a:fld>
            <a:endParaRPr lang="zh-CN" altLang="en-US"/>
          </a:p>
        </p:txBody>
      </p:sp>
      <p:sp>
        <p:nvSpPr>
          <p:cNvPr id="7" name="内容占位符 2"/>
          <p:cNvSpPr>
            <a:spLocks noGrp="1"/>
          </p:cNvSpPr>
          <p:nvPr>
            <p:ph idx="1"/>
          </p:nvPr>
        </p:nvSpPr>
        <p:spPr>
          <a:xfrm>
            <a:off x="838200" y="1290862"/>
            <a:ext cx="10515600" cy="4910329"/>
          </a:xfrm>
        </p:spPr>
        <p:txBody>
          <a:bodyPr/>
          <a:lstStyle>
            <a:lvl1pPr marL="450850" indent="-450850">
              <a:buClr>
                <a:srgbClr val="00007D"/>
              </a:buClr>
              <a:buSzPct val="90000"/>
              <a:defRPr>
                <a:latin typeface="Arial" panose="020B0604020202020204" pitchFamily="34" charset="0"/>
                <a:ea typeface="微软雅黑" panose="020B0503020204020204" pitchFamily="34" charset="-122"/>
              </a:defRPr>
            </a:lvl1pPr>
            <a:lvl2pPr marL="900113" indent="-450850">
              <a:lnSpc>
                <a:spcPct val="130000"/>
              </a:lnSpc>
              <a:buClr>
                <a:srgbClr val="9999CC"/>
              </a:buClr>
              <a:buSzPct val="80000"/>
              <a:buFont typeface="Wingdings" pitchFamily="2" charset="2"/>
              <a:buChar char=""/>
              <a:defRPr>
                <a:latin typeface="Arial" panose="020B0604020202020204" pitchFamily="34" charset="0"/>
                <a:ea typeface="微软雅黑" panose="020B0503020204020204" pitchFamily="34" charset="-122"/>
              </a:defRPr>
            </a:lvl2pPr>
            <a:lvl3pPr marL="1350000" indent="-450000">
              <a:lnSpc>
                <a:spcPct val="130000"/>
              </a:lnSpc>
              <a:buSzPct val="80000"/>
              <a:defRPr baseline="0">
                <a:latin typeface="Arial" panose="020B0604020202020204" pitchFamily="34" charset="0"/>
                <a:ea typeface="微软雅黑" panose="020B0503020204020204" pitchFamily="34" charset="-122"/>
              </a:defRPr>
            </a:lvl3pPr>
            <a:lvl4pPr>
              <a:defRPr>
                <a:latin typeface="Arial" panose="020B0604020202020204" pitchFamily="34" charset="0"/>
                <a:ea typeface="微软雅黑" panose="020B0503020204020204" pitchFamily="34" charset="-122"/>
              </a:defRPr>
            </a:lvl4pPr>
            <a:lvl5pPr>
              <a:defRPr>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518420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dirty="0"/>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922DD80-CBA9-45DD-9900-2AD0432C46AF}" type="datetime1">
              <a:rPr lang="zh-CN" altLang="en-US" smtClean="0"/>
              <a:pPr/>
              <a:t>2024/9/18</a:t>
            </a:fld>
            <a:endParaRPr lang="zh-CN" altLang="en-US"/>
          </a:p>
        </p:txBody>
      </p:sp>
      <p:sp>
        <p:nvSpPr>
          <p:cNvPr id="5" name="页脚占位符 4"/>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F210D295-9B15-4757-888B-4FDF115DEA16}" type="slidenum">
              <a:rPr lang="zh-CN" altLang="en-US" smtClean="0"/>
              <a:pPr/>
              <a:t>‹#›</a:t>
            </a:fld>
            <a:endParaRPr lang="zh-CN" altLang="en-US"/>
          </a:p>
        </p:txBody>
      </p:sp>
    </p:spTree>
    <p:extLst>
      <p:ext uri="{BB962C8B-B14F-4D97-AF65-F5344CB8AC3E}">
        <p14:creationId xmlns:p14="http://schemas.microsoft.com/office/powerpoint/2010/main" val="2758848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90C0965-7F03-43CE-816C-1840F8D9DADD}" type="datetime1">
              <a:rPr lang="zh-CN" altLang="en-US" smtClean="0"/>
              <a:pPr/>
              <a:t>2024/9/18</a:t>
            </a:fld>
            <a:endParaRPr lang="zh-CN" altLang="en-US"/>
          </a:p>
        </p:txBody>
      </p:sp>
      <p:sp>
        <p:nvSpPr>
          <p:cNvPr id="6" name="页脚占位符 5"/>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F210D295-9B15-4757-888B-4FDF115DEA16}" type="slidenum">
              <a:rPr lang="zh-CN" altLang="en-US" smtClean="0"/>
              <a:pPr/>
              <a:t>‹#›</a:t>
            </a:fld>
            <a:endParaRPr lang="zh-CN" altLang="en-US"/>
          </a:p>
        </p:txBody>
      </p:sp>
    </p:spTree>
    <p:extLst>
      <p:ext uri="{BB962C8B-B14F-4D97-AF65-F5344CB8AC3E}">
        <p14:creationId xmlns:p14="http://schemas.microsoft.com/office/powerpoint/2010/main" val="3876049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A1C0F24-2400-425F-8938-410B08429A14}" type="datetime1">
              <a:rPr lang="zh-CN" altLang="en-US" smtClean="0"/>
              <a:pPr/>
              <a:t>2024/9/18</a:t>
            </a:fld>
            <a:endParaRPr lang="zh-CN" altLang="en-US"/>
          </a:p>
        </p:txBody>
      </p:sp>
      <p:sp>
        <p:nvSpPr>
          <p:cNvPr id="8" name="页脚占位符 7"/>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p:txBody>
          <a:bodyPr/>
          <a:lstStyle/>
          <a:p>
            <a:fld id="{F210D295-9B15-4757-888B-4FDF115DEA16}" type="slidenum">
              <a:rPr lang="zh-CN" altLang="en-US" smtClean="0"/>
              <a:pPr/>
              <a:t>‹#›</a:t>
            </a:fld>
            <a:endParaRPr lang="zh-CN" altLang="en-US"/>
          </a:p>
        </p:txBody>
      </p:sp>
    </p:spTree>
    <p:extLst>
      <p:ext uri="{BB962C8B-B14F-4D97-AF65-F5344CB8AC3E}">
        <p14:creationId xmlns:p14="http://schemas.microsoft.com/office/powerpoint/2010/main" val="1003635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B8D61EF-3981-4482-B878-DEDFF3DE43B0}" type="datetime1">
              <a:rPr lang="zh-CN" altLang="en-US" smtClean="0"/>
              <a:pPr/>
              <a:t>2024/9/18</a:t>
            </a:fld>
            <a:endParaRPr lang="zh-CN" altLang="en-US"/>
          </a:p>
        </p:txBody>
      </p:sp>
      <p:sp>
        <p:nvSpPr>
          <p:cNvPr id="4" name="页脚占位符 3"/>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p:txBody>
          <a:bodyPr/>
          <a:lstStyle/>
          <a:p>
            <a:fld id="{F210D295-9B15-4757-888B-4FDF115DEA16}" type="slidenum">
              <a:rPr lang="zh-CN" altLang="en-US" smtClean="0"/>
              <a:pPr/>
              <a:t>‹#›</a:t>
            </a:fld>
            <a:endParaRPr lang="zh-CN" altLang="en-US"/>
          </a:p>
        </p:txBody>
      </p:sp>
    </p:spTree>
    <p:extLst>
      <p:ext uri="{BB962C8B-B14F-4D97-AF65-F5344CB8AC3E}">
        <p14:creationId xmlns:p14="http://schemas.microsoft.com/office/powerpoint/2010/main" val="213045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473D228-77AA-4515-996C-E52786514C32}" type="datetime1">
              <a:rPr lang="zh-CN" altLang="en-US" smtClean="0"/>
              <a:pPr/>
              <a:t>2024/9/18</a:t>
            </a:fld>
            <a:endParaRPr lang="zh-CN" altLang="en-US"/>
          </a:p>
        </p:txBody>
      </p:sp>
      <p:sp>
        <p:nvSpPr>
          <p:cNvPr id="3" name="页脚占位符 2"/>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p:txBody>
          <a:bodyPr/>
          <a:lstStyle/>
          <a:p>
            <a:fld id="{F210D295-9B15-4757-888B-4FDF115DEA16}" type="slidenum">
              <a:rPr lang="zh-CN" altLang="en-US" smtClean="0"/>
              <a:pPr/>
              <a:t>‹#›</a:t>
            </a:fld>
            <a:endParaRPr lang="zh-CN" altLang="en-US"/>
          </a:p>
        </p:txBody>
      </p:sp>
    </p:spTree>
    <p:extLst>
      <p:ext uri="{BB962C8B-B14F-4D97-AF65-F5344CB8AC3E}">
        <p14:creationId xmlns:p14="http://schemas.microsoft.com/office/powerpoint/2010/main" val="3410232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AC1F6A3-0DE6-44E7-85E8-ABFC0319E046}" type="datetime1">
              <a:rPr lang="zh-CN" altLang="en-US" smtClean="0"/>
              <a:pPr/>
              <a:t>2024/9/18</a:t>
            </a:fld>
            <a:endParaRPr lang="zh-CN" altLang="en-US"/>
          </a:p>
        </p:txBody>
      </p:sp>
      <p:sp>
        <p:nvSpPr>
          <p:cNvPr id="6" name="页脚占位符 5"/>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F210D295-9B15-4757-888B-4FDF115DEA16}" type="slidenum">
              <a:rPr lang="zh-CN" altLang="en-US" smtClean="0"/>
              <a:pPr/>
              <a:t>‹#›</a:t>
            </a:fld>
            <a:endParaRPr lang="zh-CN" altLang="en-US"/>
          </a:p>
        </p:txBody>
      </p:sp>
    </p:spTree>
    <p:extLst>
      <p:ext uri="{BB962C8B-B14F-4D97-AF65-F5344CB8AC3E}">
        <p14:creationId xmlns:p14="http://schemas.microsoft.com/office/powerpoint/2010/main" val="2351252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6CDC258-1055-414D-A5C4-95B4A9B8D6BA}" type="datetime1">
              <a:rPr lang="zh-CN" altLang="en-US" smtClean="0"/>
              <a:pPr/>
              <a:t>2024/9/18</a:t>
            </a:fld>
            <a:endParaRPr lang="zh-CN" altLang="en-US"/>
          </a:p>
        </p:txBody>
      </p:sp>
      <p:sp>
        <p:nvSpPr>
          <p:cNvPr id="6" name="页脚占位符 5"/>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F210D295-9B15-4757-888B-4FDF115DEA16}" type="slidenum">
              <a:rPr lang="zh-CN" altLang="en-US" smtClean="0"/>
              <a:pPr/>
              <a:t>‹#›</a:t>
            </a:fld>
            <a:endParaRPr lang="zh-CN" altLang="en-US"/>
          </a:p>
        </p:txBody>
      </p:sp>
    </p:spTree>
    <p:extLst>
      <p:ext uri="{BB962C8B-B14F-4D97-AF65-F5344CB8AC3E}">
        <p14:creationId xmlns:p14="http://schemas.microsoft.com/office/powerpoint/2010/main" val="4089687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A106148-BA7A-4A54-B593-C6BA1CE925BD}" type="datetime1">
              <a:rPr lang="zh-CN" altLang="en-US" smtClean="0"/>
              <a:pPr/>
              <a:t>2024/9/18</a:t>
            </a:fld>
            <a:endParaRPr lang="zh-CN" altLang="en-US"/>
          </a:p>
        </p:txBody>
      </p:sp>
      <p:sp>
        <p:nvSpPr>
          <p:cNvPr id="5" name="页脚占位符 4"/>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F210D295-9B15-4757-888B-4FDF115DEA16}" type="slidenum">
              <a:rPr lang="zh-CN" altLang="en-US" smtClean="0"/>
              <a:pPr/>
              <a:t>‹#›</a:t>
            </a:fld>
            <a:endParaRPr lang="zh-CN" altLang="en-US"/>
          </a:p>
        </p:txBody>
      </p:sp>
    </p:spTree>
    <p:extLst>
      <p:ext uri="{BB962C8B-B14F-4D97-AF65-F5344CB8AC3E}">
        <p14:creationId xmlns:p14="http://schemas.microsoft.com/office/powerpoint/2010/main" val="1846443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B5EC3FB-8D42-48D5-A3DB-63FF148E63FA}" type="datetime1">
              <a:rPr lang="zh-CN" altLang="en-US" smtClean="0"/>
              <a:pPr/>
              <a:t>2024/9/18</a:t>
            </a:fld>
            <a:endParaRPr lang="zh-CN" altLang="en-US"/>
          </a:p>
        </p:txBody>
      </p:sp>
      <p:sp>
        <p:nvSpPr>
          <p:cNvPr id="5" name="页脚占位符 4"/>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F210D295-9B15-4757-888B-4FDF115DEA16}" type="slidenum">
              <a:rPr lang="zh-CN" altLang="en-US" smtClean="0"/>
              <a:pPr/>
              <a:t>‹#›</a:t>
            </a:fld>
            <a:endParaRPr lang="zh-CN" altLang="en-US"/>
          </a:p>
        </p:txBody>
      </p:sp>
    </p:spTree>
    <p:extLst>
      <p:ext uri="{BB962C8B-B14F-4D97-AF65-F5344CB8AC3E}">
        <p14:creationId xmlns:p14="http://schemas.microsoft.com/office/powerpoint/2010/main" val="2954067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Header">
    <p:spTree>
      <p:nvGrpSpPr>
        <p:cNvPr id="1" name=""/>
        <p:cNvGrpSpPr/>
        <p:nvPr/>
      </p:nvGrpSpPr>
      <p:grpSpPr>
        <a:xfrm>
          <a:off x="0" y="0"/>
          <a:ext cx="0" cy="0"/>
          <a:chOff x="0" y="0"/>
          <a:chExt cx="0" cy="0"/>
        </a:xfrm>
      </p:grpSpPr>
      <p:sp>
        <p:nvSpPr>
          <p:cNvPr id="140" name="标题文本"/>
          <p:cNvSpPr txBox="1">
            <a:spLocks noGrp="1"/>
          </p:cNvSpPr>
          <p:nvPr>
            <p:ph type="title"/>
          </p:nvPr>
        </p:nvSpPr>
        <p:spPr>
          <a:xfrm>
            <a:off x="1524000" y="1"/>
            <a:ext cx="9144000" cy="1250157"/>
          </a:xfrm>
          <a:prstGeom prst="rect">
            <a:avLst/>
          </a:prstGeom>
        </p:spPr>
        <p:txBody>
          <a:bodyPr>
            <a:noAutofit/>
          </a:bodyPr>
          <a:lstStyle>
            <a:lvl1pPr>
              <a:defRPr sz="2925">
                <a:solidFill>
                  <a:srgbClr val="EE6E12"/>
                </a:solidFill>
                <a:latin typeface="Helvetica"/>
                <a:ea typeface="Helvetica"/>
                <a:cs typeface="Helvetica"/>
                <a:sym typeface="Helvetica"/>
              </a:defRPr>
            </a:lvl1pPr>
          </a:lstStyle>
          <a:p>
            <a:r>
              <a:t>标题文本</a:t>
            </a:r>
          </a:p>
        </p:txBody>
      </p:sp>
      <p:sp>
        <p:nvSpPr>
          <p:cNvPr id="141" name="幻灯片编号"/>
          <p:cNvSpPr txBox="1">
            <a:spLocks noGrp="1"/>
          </p:cNvSpPr>
          <p:nvPr>
            <p:ph type="sldNum" sz="quarter" idx="2"/>
          </p:nvPr>
        </p:nvSpPr>
        <p:spPr>
          <a:xfrm>
            <a:off x="5976441" y="6509743"/>
            <a:ext cx="371896" cy="282769"/>
          </a:xfrm>
          <a:prstGeom prst="rect">
            <a:avLst/>
          </a:prstGeom>
        </p:spPr>
        <p:txBody>
          <a:bodyPr/>
          <a:lstStyle>
            <a:lvl1pPr>
              <a:defRPr>
                <a:latin typeface="Gill Sans"/>
                <a:ea typeface="Gill Sans"/>
                <a:cs typeface="Gill Sans"/>
                <a:sym typeface="Gill Sans"/>
              </a:defRPr>
            </a:lvl1pPr>
          </a:lstStyle>
          <a:p>
            <a:fld id="{86CB4B4D-7CA3-9044-876B-883B54F8677D}" type="slidenum">
              <a:rPr/>
              <a:pPr/>
              <a:t>‹#›</a:t>
            </a:fld>
            <a:endParaRPr/>
          </a:p>
        </p:txBody>
      </p:sp>
    </p:spTree>
    <p:extLst>
      <p:ext uri="{BB962C8B-B14F-4D97-AF65-F5344CB8AC3E}">
        <p14:creationId xmlns:p14="http://schemas.microsoft.com/office/powerpoint/2010/main" val="3177741374"/>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65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UKIJ CJK"/>
                <a:cs typeface="UKIJ CJ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041935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58A464-048A-4B17-8F79-F5346374CFA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70E5EC0-B085-4D9C-BAD6-12532170F3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4124A57-B9E1-4E5F-9C6D-7F00F67AC1BA}"/>
              </a:ext>
            </a:extLst>
          </p:cNvPr>
          <p:cNvSpPr>
            <a:spLocks noGrp="1"/>
          </p:cNvSpPr>
          <p:nvPr>
            <p:ph type="dt" sz="half" idx="10"/>
          </p:nvPr>
        </p:nvSpPr>
        <p:spPr/>
        <p:txBody>
          <a:bodyPr/>
          <a:lstStyle/>
          <a:p>
            <a:fld id="{A07DD336-8F89-4049-A320-5ECC3466BAA4}" type="datetimeFigureOut">
              <a:rPr lang="zh-CN" altLang="en-US" smtClean="0"/>
              <a:pPr/>
              <a:t>2024/9/18</a:t>
            </a:fld>
            <a:endParaRPr lang="zh-CN" altLang="en-US"/>
          </a:p>
        </p:txBody>
      </p:sp>
      <p:sp>
        <p:nvSpPr>
          <p:cNvPr id="5" name="页脚占位符 4">
            <a:extLst>
              <a:ext uri="{FF2B5EF4-FFF2-40B4-BE49-F238E27FC236}">
                <a16:creationId xmlns:a16="http://schemas.microsoft.com/office/drawing/2014/main" id="{260624C4-78B7-4726-83F0-1C8D85A4D48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DE1493-03CB-42E5-B6B6-291D97E372D5}"/>
              </a:ext>
            </a:extLst>
          </p:cNvPr>
          <p:cNvSpPr>
            <a:spLocks noGrp="1"/>
          </p:cNvSpPr>
          <p:nvPr>
            <p:ph type="sldNum" sz="quarter" idx="12"/>
          </p:nvPr>
        </p:nvSpPr>
        <p:spPr/>
        <p:txBody>
          <a:bodyPr/>
          <a:lstStyle/>
          <a:p>
            <a:fld id="{C429E3CE-9137-4191-BBE8-AF50CAA1C282}" type="slidenum">
              <a:rPr lang="zh-CN" altLang="en-US" smtClean="0"/>
              <a:pPr/>
              <a:t>‹#›</a:t>
            </a:fld>
            <a:endParaRPr lang="zh-CN" altLang="en-US"/>
          </a:p>
        </p:txBody>
      </p:sp>
    </p:spTree>
    <p:extLst>
      <p:ext uri="{BB962C8B-B14F-4D97-AF65-F5344CB8AC3E}">
        <p14:creationId xmlns:p14="http://schemas.microsoft.com/office/powerpoint/2010/main" val="20186679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1E8E97-F866-4400-B821-FF033FD7494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605CB88-CA07-4B61-8522-43ED05D0B6B9}"/>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7E37F22-7436-4EC0-A49E-C1356D12031B}"/>
              </a:ext>
            </a:extLst>
          </p:cNvPr>
          <p:cNvSpPr>
            <a:spLocks noGrp="1"/>
          </p:cNvSpPr>
          <p:nvPr>
            <p:ph type="dt" sz="half" idx="10"/>
          </p:nvPr>
        </p:nvSpPr>
        <p:spPr/>
        <p:txBody>
          <a:bodyPr/>
          <a:lstStyle/>
          <a:p>
            <a:fld id="{A07DD336-8F89-4049-A320-5ECC3466BAA4}" type="datetimeFigureOut">
              <a:rPr lang="zh-CN" altLang="en-US" smtClean="0"/>
              <a:pPr/>
              <a:t>2024/9/18</a:t>
            </a:fld>
            <a:endParaRPr lang="zh-CN" altLang="en-US"/>
          </a:p>
        </p:txBody>
      </p:sp>
      <p:sp>
        <p:nvSpPr>
          <p:cNvPr id="5" name="页脚占位符 4">
            <a:extLst>
              <a:ext uri="{FF2B5EF4-FFF2-40B4-BE49-F238E27FC236}">
                <a16:creationId xmlns:a16="http://schemas.microsoft.com/office/drawing/2014/main" id="{E54FE783-0B13-4666-AE5D-43F76DE43A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FD0F5F2-FC68-4764-893B-C1005A74BCDC}"/>
              </a:ext>
            </a:extLst>
          </p:cNvPr>
          <p:cNvSpPr>
            <a:spLocks noGrp="1"/>
          </p:cNvSpPr>
          <p:nvPr>
            <p:ph type="sldNum" sz="quarter" idx="12"/>
          </p:nvPr>
        </p:nvSpPr>
        <p:spPr/>
        <p:txBody>
          <a:bodyPr/>
          <a:lstStyle/>
          <a:p>
            <a:fld id="{C429E3CE-9137-4191-BBE8-AF50CAA1C282}" type="slidenum">
              <a:rPr lang="zh-CN" altLang="en-US" smtClean="0"/>
              <a:pPr/>
              <a:t>‹#›</a:t>
            </a:fld>
            <a:endParaRPr lang="zh-CN" altLang="en-US"/>
          </a:p>
        </p:txBody>
      </p:sp>
    </p:spTree>
    <p:extLst>
      <p:ext uri="{BB962C8B-B14F-4D97-AF65-F5344CB8AC3E}">
        <p14:creationId xmlns:p14="http://schemas.microsoft.com/office/powerpoint/2010/main" val="13033842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576AE3-485C-4979-803D-BD733F1DA32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91CE197-9DC7-4B06-9705-B6EC0500FB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766A1E0F-302E-4C75-BC24-0FA90C09563D}"/>
              </a:ext>
            </a:extLst>
          </p:cNvPr>
          <p:cNvSpPr>
            <a:spLocks noGrp="1"/>
          </p:cNvSpPr>
          <p:nvPr>
            <p:ph type="dt" sz="half" idx="10"/>
          </p:nvPr>
        </p:nvSpPr>
        <p:spPr/>
        <p:txBody>
          <a:bodyPr/>
          <a:lstStyle/>
          <a:p>
            <a:fld id="{A07DD336-8F89-4049-A320-5ECC3466BAA4}" type="datetimeFigureOut">
              <a:rPr lang="zh-CN" altLang="en-US" smtClean="0"/>
              <a:pPr/>
              <a:t>2024/9/18</a:t>
            </a:fld>
            <a:endParaRPr lang="zh-CN" altLang="en-US"/>
          </a:p>
        </p:txBody>
      </p:sp>
      <p:sp>
        <p:nvSpPr>
          <p:cNvPr id="5" name="页脚占位符 4">
            <a:extLst>
              <a:ext uri="{FF2B5EF4-FFF2-40B4-BE49-F238E27FC236}">
                <a16:creationId xmlns:a16="http://schemas.microsoft.com/office/drawing/2014/main" id="{480EA5B3-1226-4F05-B695-D9881120A51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8FF4462-CE83-4233-B8B2-756862164AA9}"/>
              </a:ext>
            </a:extLst>
          </p:cNvPr>
          <p:cNvSpPr>
            <a:spLocks noGrp="1"/>
          </p:cNvSpPr>
          <p:nvPr>
            <p:ph type="sldNum" sz="quarter" idx="12"/>
          </p:nvPr>
        </p:nvSpPr>
        <p:spPr/>
        <p:txBody>
          <a:bodyPr/>
          <a:lstStyle/>
          <a:p>
            <a:fld id="{C429E3CE-9137-4191-BBE8-AF50CAA1C282}" type="slidenum">
              <a:rPr lang="zh-CN" altLang="en-US" smtClean="0"/>
              <a:pPr/>
              <a:t>‹#›</a:t>
            </a:fld>
            <a:endParaRPr lang="zh-CN" altLang="en-US"/>
          </a:p>
        </p:txBody>
      </p:sp>
    </p:spTree>
    <p:extLst>
      <p:ext uri="{BB962C8B-B14F-4D97-AF65-F5344CB8AC3E}">
        <p14:creationId xmlns:p14="http://schemas.microsoft.com/office/powerpoint/2010/main" val="37915066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194DE9-0AB6-4B79-9B57-B8AD9272F00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B8157E7-E11A-4581-95EC-001E50F45AF2}"/>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7B732873-A26F-4B9B-9FCC-C9205406A920}"/>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9F92BF6F-7440-481B-8574-7248D9620152}"/>
              </a:ext>
            </a:extLst>
          </p:cNvPr>
          <p:cNvSpPr>
            <a:spLocks noGrp="1"/>
          </p:cNvSpPr>
          <p:nvPr>
            <p:ph type="dt" sz="half" idx="10"/>
          </p:nvPr>
        </p:nvSpPr>
        <p:spPr/>
        <p:txBody>
          <a:bodyPr/>
          <a:lstStyle/>
          <a:p>
            <a:fld id="{A07DD336-8F89-4049-A320-5ECC3466BAA4}" type="datetimeFigureOut">
              <a:rPr lang="zh-CN" altLang="en-US" smtClean="0"/>
              <a:pPr/>
              <a:t>2024/9/18</a:t>
            </a:fld>
            <a:endParaRPr lang="zh-CN" altLang="en-US"/>
          </a:p>
        </p:txBody>
      </p:sp>
      <p:sp>
        <p:nvSpPr>
          <p:cNvPr id="6" name="页脚占位符 5">
            <a:extLst>
              <a:ext uri="{FF2B5EF4-FFF2-40B4-BE49-F238E27FC236}">
                <a16:creationId xmlns:a16="http://schemas.microsoft.com/office/drawing/2014/main" id="{AE39E396-DA57-48AD-AE4A-6A1B9960093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A472285-8222-4D52-8E86-F0DA9A36431D}"/>
              </a:ext>
            </a:extLst>
          </p:cNvPr>
          <p:cNvSpPr>
            <a:spLocks noGrp="1"/>
          </p:cNvSpPr>
          <p:nvPr>
            <p:ph type="sldNum" sz="quarter" idx="12"/>
          </p:nvPr>
        </p:nvSpPr>
        <p:spPr/>
        <p:txBody>
          <a:bodyPr/>
          <a:lstStyle/>
          <a:p>
            <a:fld id="{C429E3CE-9137-4191-BBE8-AF50CAA1C282}" type="slidenum">
              <a:rPr lang="zh-CN" altLang="en-US" smtClean="0"/>
              <a:pPr/>
              <a:t>‹#›</a:t>
            </a:fld>
            <a:endParaRPr lang="zh-CN" altLang="en-US"/>
          </a:p>
        </p:txBody>
      </p:sp>
    </p:spTree>
    <p:extLst>
      <p:ext uri="{BB962C8B-B14F-4D97-AF65-F5344CB8AC3E}">
        <p14:creationId xmlns:p14="http://schemas.microsoft.com/office/powerpoint/2010/main" val="16651407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EA44DE-6650-4103-A0E8-E0A668EE639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5593339-C8A1-4A91-B659-F0F1DFF944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2F953276-9308-42E9-BCD5-DBAFECB7888A}"/>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8BC0375-FCF7-4E0A-8331-A6461B0B2E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1B538405-3BF3-4661-A090-DF00799A4713}"/>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23183368-E1CB-450C-B76B-7EA6F5996251}"/>
              </a:ext>
            </a:extLst>
          </p:cNvPr>
          <p:cNvSpPr>
            <a:spLocks noGrp="1"/>
          </p:cNvSpPr>
          <p:nvPr>
            <p:ph type="dt" sz="half" idx="10"/>
          </p:nvPr>
        </p:nvSpPr>
        <p:spPr/>
        <p:txBody>
          <a:bodyPr/>
          <a:lstStyle/>
          <a:p>
            <a:fld id="{A07DD336-8F89-4049-A320-5ECC3466BAA4}" type="datetimeFigureOut">
              <a:rPr lang="zh-CN" altLang="en-US" smtClean="0"/>
              <a:pPr/>
              <a:t>2024/9/18</a:t>
            </a:fld>
            <a:endParaRPr lang="zh-CN" altLang="en-US"/>
          </a:p>
        </p:txBody>
      </p:sp>
      <p:sp>
        <p:nvSpPr>
          <p:cNvPr id="8" name="页脚占位符 7">
            <a:extLst>
              <a:ext uri="{FF2B5EF4-FFF2-40B4-BE49-F238E27FC236}">
                <a16:creationId xmlns:a16="http://schemas.microsoft.com/office/drawing/2014/main" id="{DDC6C820-E8B2-4D5A-9834-49038A75B5C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E84DFF2-AF79-46F7-9E8B-29DB1DDAB8DC}"/>
              </a:ext>
            </a:extLst>
          </p:cNvPr>
          <p:cNvSpPr>
            <a:spLocks noGrp="1"/>
          </p:cNvSpPr>
          <p:nvPr>
            <p:ph type="sldNum" sz="quarter" idx="12"/>
          </p:nvPr>
        </p:nvSpPr>
        <p:spPr/>
        <p:txBody>
          <a:bodyPr/>
          <a:lstStyle/>
          <a:p>
            <a:fld id="{C429E3CE-9137-4191-BBE8-AF50CAA1C282}" type="slidenum">
              <a:rPr lang="zh-CN" altLang="en-US" smtClean="0"/>
              <a:pPr/>
              <a:t>‹#›</a:t>
            </a:fld>
            <a:endParaRPr lang="zh-CN" altLang="en-US"/>
          </a:p>
        </p:txBody>
      </p:sp>
    </p:spTree>
    <p:extLst>
      <p:ext uri="{BB962C8B-B14F-4D97-AF65-F5344CB8AC3E}">
        <p14:creationId xmlns:p14="http://schemas.microsoft.com/office/powerpoint/2010/main" val="9379058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0A3DF4-B365-4428-8D7F-74AC0D4598D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7BA8DC5-41F7-4F13-B3F4-A2763B697C91}"/>
              </a:ext>
            </a:extLst>
          </p:cNvPr>
          <p:cNvSpPr>
            <a:spLocks noGrp="1"/>
          </p:cNvSpPr>
          <p:nvPr>
            <p:ph type="dt" sz="half" idx="10"/>
          </p:nvPr>
        </p:nvSpPr>
        <p:spPr/>
        <p:txBody>
          <a:bodyPr/>
          <a:lstStyle/>
          <a:p>
            <a:fld id="{A07DD336-8F89-4049-A320-5ECC3466BAA4}" type="datetimeFigureOut">
              <a:rPr lang="zh-CN" altLang="en-US" smtClean="0"/>
              <a:pPr/>
              <a:t>2024/9/18</a:t>
            </a:fld>
            <a:endParaRPr lang="zh-CN" altLang="en-US"/>
          </a:p>
        </p:txBody>
      </p:sp>
      <p:sp>
        <p:nvSpPr>
          <p:cNvPr id="4" name="页脚占位符 3">
            <a:extLst>
              <a:ext uri="{FF2B5EF4-FFF2-40B4-BE49-F238E27FC236}">
                <a16:creationId xmlns:a16="http://schemas.microsoft.com/office/drawing/2014/main" id="{5FDF84EB-9B4C-44D1-BA4F-D2E43A7A5F9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C033800-94EA-4E9D-8313-C5CEFFE5A416}"/>
              </a:ext>
            </a:extLst>
          </p:cNvPr>
          <p:cNvSpPr>
            <a:spLocks noGrp="1"/>
          </p:cNvSpPr>
          <p:nvPr>
            <p:ph type="sldNum" sz="quarter" idx="12"/>
          </p:nvPr>
        </p:nvSpPr>
        <p:spPr/>
        <p:txBody>
          <a:bodyPr/>
          <a:lstStyle/>
          <a:p>
            <a:fld id="{C429E3CE-9137-4191-BBE8-AF50CAA1C282}" type="slidenum">
              <a:rPr lang="zh-CN" altLang="en-US" smtClean="0"/>
              <a:pPr/>
              <a:t>‹#›</a:t>
            </a:fld>
            <a:endParaRPr lang="zh-CN" altLang="en-US"/>
          </a:p>
        </p:txBody>
      </p:sp>
    </p:spTree>
    <p:extLst>
      <p:ext uri="{BB962C8B-B14F-4D97-AF65-F5344CB8AC3E}">
        <p14:creationId xmlns:p14="http://schemas.microsoft.com/office/powerpoint/2010/main" val="3166935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366FEC-5393-41AD-90A5-E4F8CBAADC06}"/>
              </a:ext>
            </a:extLst>
          </p:cNvPr>
          <p:cNvSpPr>
            <a:spLocks noGrp="1"/>
          </p:cNvSpPr>
          <p:nvPr>
            <p:ph type="dt" sz="half" idx="10"/>
          </p:nvPr>
        </p:nvSpPr>
        <p:spPr/>
        <p:txBody>
          <a:bodyPr/>
          <a:lstStyle/>
          <a:p>
            <a:fld id="{A07DD336-8F89-4049-A320-5ECC3466BAA4}" type="datetimeFigureOut">
              <a:rPr lang="zh-CN" altLang="en-US" smtClean="0"/>
              <a:pPr/>
              <a:t>2024/9/18</a:t>
            </a:fld>
            <a:endParaRPr lang="zh-CN" altLang="en-US"/>
          </a:p>
        </p:txBody>
      </p:sp>
      <p:sp>
        <p:nvSpPr>
          <p:cNvPr id="3" name="页脚占位符 2">
            <a:extLst>
              <a:ext uri="{FF2B5EF4-FFF2-40B4-BE49-F238E27FC236}">
                <a16:creationId xmlns:a16="http://schemas.microsoft.com/office/drawing/2014/main" id="{26A7D277-399A-4669-AEA5-77D1D1DCB4E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1D94129-AD30-4FB6-ABB6-7252D288C7CA}"/>
              </a:ext>
            </a:extLst>
          </p:cNvPr>
          <p:cNvSpPr>
            <a:spLocks noGrp="1"/>
          </p:cNvSpPr>
          <p:nvPr>
            <p:ph type="sldNum" sz="quarter" idx="12"/>
          </p:nvPr>
        </p:nvSpPr>
        <p:spPr/>
        <p:txBody>
          <a:bodyPr/>
          <a:lstStyle/>
          <a:p>
            <a:fld id="{C429E3CE-9137-4191-BBE8-AF50CAA1C282}" type="slidenum">
              <a:rPr lang="zh-CN" altLang="en-US" smtClean="0"/>
              <a:pPr/>
              <a:t>‹#›</a:t>
            </a:fld>
            <a:endParaRPr lang="zh-CN" altLang="en-US"/>
          </a:p>
        </p:txBody>
      </p:sp>
    </p:spTree>
    <p:extLst>
      <p:ext uri="{BB962C8B-B14F-4D97-AF65-F5344CB8AC3E}">
        <p14:creationId xmlns:p14="http://schemas.microsoft.com/office/powerpoint/2010/main" val="26836366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DCEE9-AB4E-4DD3-8CE1-38A110C4CCF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D5217DC-48B7-4CE4-BBE9-430E80D5C8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D17E6225-EEA5-40B1-98D1-A6F9862377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9BBD9FA1-D5BD-4CE8-8AC5-0F807160C07B}"/>
              </a:ext>
            </a:extLst>
          </p:cNvPr>
          <p:cNvSpPr>
            <a:spLocks noGrp="1"/>
          </p:cNvSpPr>
          <p:nvPr>
            <p:ph type="dt" sz="half" idx="10"/>
          </p:nvPr>
        </p:nvSpPr>
        <p:spPr/>
        <p:txBody>
          <a:bodyPr/>
          <a:lstStyle/>
          <a:p>
            <a:fld id="{A07DD336-8F89-4049-A320-5ECC3466BAA4}" type="datetimeFigureOut">
              <a:rPr lang="zh-CN" altLang="en-US" smtClean="0"/>
              <a:pPr/>
              <a:t>2024/9/18</a:t>
            </a:fld>
            <a:endParaRPr lang="zh-CN" altLang="en-US"/>
          </a:p>
        </p:txBody>
      </p:sp>
      <p:sp>
        <p:nvSpPr>
          <p:cNvPr id="6" name="页脚占位符 5">
            <a:extLst>
              <a:ext uri="{FF2B5EF4-FFF2-40B4-BE49-F238E27FC236}">
                <a16:creationId xmlns:a16="http://schemas.microsoft.com/office/drawing/2014/main" id="{9F4CA80C-52C6-4038-BA4A-A8B281E0909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BFD9BA5-1F85-4F9E-88F1-4DCAF6CC3127}"/>
              </a:ext>
            </a:extLst>
          </p:cNvPr>
          <p:cNvSpPr>
            <a:spLocks noGrp="1"/>
          </p:cNvSpPr>
          <p:nvPr>
            <p:ph type="sldNum" sz="quarter" idx="12"/>
          </p:nvPr>
        </p:nvSpPr>
        <p:spPr/>
        <p:txBody>
          <a:bodyPr/>
          <a:lstStyle/>
          <a:p>
            <a:fld id="{C429E3CE-9137-4191-BBE8-AF50CAA1C282}" type="slidenum">
              <a:rPr lang="zh-CN" altLang="en-US" smtClean="0"/>
              <a:pPr/>
              <a:t>‹#›</a:t>
            </a:fld>
            <a:endParaRPr lang="zh-CN" altLang="en-US"/>
          </a:p>
        </p:txBody>
      </p:sp>
    </p:spTree>
    <p:extLst>
      <p:ext uri="{BB962C8B-B14F-4D97-AF65-F5344CB8AC3E}">
        <p14:creationId xmlns:p14="http://schemas.microsoft.com/office/powerpoint/2010/main" val="21697832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77615E-A9C4-4BA2-9531-A3BB380B05B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FF89C8A-4A8F-4856-8687-FC850B9439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3B33D08-BFA9-4BF8-BA25-16D8C0CD37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E586B47C-201F-492E-A57D-E4FCABF092BE}"/>
              </a:ext>
            </a:extLst>
          </p:cNvPr>
          <p:cNvSpPr>
            <a:spLocks noGrp="1"/>
          </p:cNvSpPr>
          <p:nvPr>
            <p:ph type="dt" sz="half" idx="10"/>
          </p:nvPr>
        </p:nvSpPr>
        <p:spPr/>
        <p:txBody>
          <a:bodyPr/>
          <a:lstStyle/>
          <a:p>
            <a:fld id="{A07DD336-8F89-4049-A320-5ECC3466BAA4}" type="datetimeFigureOut">
              <a:rPr lang="zh-CN" altLang="en-US" smtClean="0"/>
              <a:pPr/>
              <a:t>2024/9/18</a:t>
            </a:fld>
            <a:endParaRPr lang="zh-CN" altLang="en-US"/>
          </a:p>
        </p:txBody>
      </p:sp>
      <p:sp>
        <p:nvSpPr>
          <p:cNvPr id="6" name="页脚占位符 5">
            <a:extLst>
              <a:ext uri="{FF2B5EF4-FFF2-40B4-BE49-F238E27FC236}">
                <a16:creationId xmlns:a16="http://schemas.microsoft.com/office/drawing/2014/main" id="{9A5D0B70-D2F2-4688-B821-F025A8663F3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2524477-02F1-4A9E-8B1D-6DA9D330429A}"/>
              </a:ext>
            </a:extLst>
          </p:cNvPr>
          <p:cNvSpPr>
            <a:spLocks noGrp="1"/>
          </p:cNvSpPr>
          <p:nvPr>
            <p:ph type="sldNum" sz="quarter" idx="12"/>
          </p:nvPr>
        </p:nvSpPr>
        <p:spPr/>
        <p:txBody>
          <a:bodyPr/>
          <a:lstStyle/>
          <a:p>
            <a:fld id="{C429E3CE-9137-4191-BBE8-AF50CAA1C282}" type="slidenum">
              <a:rPr lang="zh-CN" altLang="en-US" smtClean="0"/>
              <a:pPr/>
              <a:t>‹#›</a:t>
            </a:fld>
            <a:endParaRPr lang="zh-CN" altLang="en-US"/>
          </a:p>
        </p:txBody>
      </p:sp>
    </p:spTree>
    <p:extLst>
      <p:ext uri="{BB962C8B-B14F-4D97-AF65-F5344CB8AC3E}">
        <p14:creationId xmlns:p14="http://schemas.microsoft.com/office/powerpoint/2010/main" val="2815763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3D3D87-15AB-4FE3-9DBA-F1236F45A38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D48F65C-C373-4F2A-88A7-D2EBFD16B789}"/>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6BB0901-86E1-4D68-AC1A-40A87BABAF66}"/>
              </a:ext>
            </a:extLst>
          </p:cNvPr>
          <p:cNvSpPr>
            <a:spLocks noGrp="1"/>
          </p:cNvSpPr>
          <p:nvPr>
            <p:ph type="dt" sz="half" idx="10"/>
          </p:nvPr>
        </p:nvSpPr>
        <p:spPr/>
        <p:txBody>
          <a:bodyPr/>
          <a:lstStyle/>
          <a:p>
            <a:fld id="{A07DD336-8F89-4049-A320-5ECC3466BAA4}" type="datetimeFigureOut">
              <a:rPr lang="zh-CN" altLang="en-US" smtClean="0"/>
              <a:pPr/>
              <a:t>2024/9/18</a:t>
            </a:fld>
            <a:endParaRPr lang="zh-CN" altLang="en-US"/>
          </a:p>
        </p:txBody>
      </p:sp>
      <p:sp>
        <p:nvSpPr>
          <p:cNvPr id="5" name="页脚占位符 4">
            <a:extLst>
              <a:ext uri="{FF2B5EF4-FFF2-40B4-BE49-F238E27FC236}">
                <a16:creationId xmlns:a16="http://schemas.microsoft.com/office/drawing/2014/main" id="{91DACA04-045E-4B6F-B2E1-C8B3B33A989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730CEB1-E4D5-4B4D-9DD0-E1351B132CFA}"/>
              </a:ext>
            </a:extLst>
          </p:cNvPr>
          <p:cNvSpPr>
            <a:spLocks noGrp="1"/>
          </p:cNvSpPr>
          <p:nvPr>
            <p:ph type="sldNum" sz="quarter" idx="12"/>
          </p:nvPr>
        </p:nvSpPr>
        <p:spPr/>
        <p:txBody>
          <a:bodyPr/>
          <a:lstStyle/>
          <a:p>
            <a:fld id="{C429E3CE-9137-4191-BBE8-AF50CAA1C282}" type="slidenum">
              <a:rPr lang="zh-CN" altLang="en-US" smtClean="0"/>
              <a:pPr/>
              <a:t>‹#›</a:t>
            </a:fld>
            <a:endParaRPr lang="zh-CN" altLang="en-US"/>
          </a:p>
        </p:txBody>
      </p:sp>
    </p:spTree>
    <p:extLst>
      <p:ext uri="{BB962C8B-B14F-4D97-AF65-F5344CB8AC3E}">
        <p14:creationId xmlns:p14="http://schemas.microsoft.com/office/powerpoint/2010/main" val="36722130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4AE3B07-67CE-4E09-8993-A00713C4CB7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160AF9F-8DC5-437F-8A8F-23563F0EC3C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2DC3013-1E90-450D-A89E-E2CD8E16F45B}"/>
              </a:ext>
            </a:extLst>
          </p:cNvPr>
          <p:cNvSpPr>
            <a:spLocks noGrp="1"/>
          </p:cNvSpPr>
          <p:nvPr>
            <p:ph type="dt" sz="half" idx="10"/>
          </p:nvPr>
        </p:nvSpPr>
        <p:spPr/>
        <p:txBody>
          <a:bodyPr/>
          <a:lstStyle/>
          <a:p>
            <a:fld id="{A07DD336-8F89-4049-A320-5ECC3466BAA4}" type="datetimeFigureOut">
              <a:rPr lang="zh-CN" altLang="en-US" smtClean="0"/>
              <a:pPr/>
              <a:t>2024/9/18</a:t>
            </a:fld>
            <a:endParaRPr lang="zh-CN" altLang="en-US"/>
          </a:p>
        </p:txBody>
      </p:sp>
      <p:sp>
        <p:nvSpPr>
          <p:cNvPr id="5" name="页脚占位符 4">
            <a:extLst>
              <a:ext uri="{FF2B5EF4-FFF2-40B4-BE49-F238E27FC236}">
                <a16:creationId xmlns:a16="http://schemas.microsoft.com/office/drawing/2014/main" id="{BA4B356E-3B1C-4780-9E7B-2FAD75003F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AC916C6-7820-4C2D-A22C-31879222AFB6}"/>
              </a:ext>
            </a:extLst>
          </p:cNvPr>
          <p:cNvSpPr>
            <a:spLocks noGrp="1"/>
          </p:cNvSpPr>
          <p:nvPr>
            <p:ph type="sldNum" sz="quarter" idx="12"/>
          </p:nvPr>
        </p:nvSpPr>
        <p:spPr/>
        <p:txBody>
          <a:bodyPr/>
          <a:lstStyle/>
          <a:p>
            <a:fld id="{C429E3CE-9137-4191-BBE8-AF50CAA1C282}" type="slidenum">
              <a:rPr lang="zh-CN" altLang="en-US" smtClean="0"/>
              <a:pPr/>
              <a:t>‹#›</a:t>
            </a:fld>
            <a:endParaRPr lang="zh-CN" altLang="en-US"/>
          </a:p>
        </p:txBody>
      </p:sp>
    </p:spTree>
    <p:extLst>
      <p:ext uri="{BB962C8B-B14F-4D97-AF65-F5344CB8AC3E}">
        <p14:creationId xmlns:p14="http://schemas.microsoft.com/office/powerpoint/2010/main" val="1897428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46086" y="158202"/>
            <a:ext cx="10187152" cy="81398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27693" y="1219664"/>
            <a:ext cx="10515600" cy="502826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84C029-86C0-4FE0-A41B-E448962FACE2}" type="datetime1">
              <a:rPr lang="zh-CN" altLang="en-US" smtClean="0"/>
              <a:pPr/>
              <a:t>2024/9/18</a:t>
            </a:fld>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10D295-9B15-4757-888B-4FDF115DEA16}" type="slidenum">
              <a:rPr lang="zh-CN" altLang="en-US" smtClean="0"/>
              <a:pPr/>
              <a:t>‹#›</a:t>
            </a:fld>
            <a:endParaRPr lang="zh-CN" altLang="en-US"/>
          </a:p>
        </p:txBody>
      </p:sp>
      <p:sp>
        <p:nvSpPr>
          <p:cNvPr id="7" name="Rectangle 2"/>
          <p:cNvSpPr>
            <a:spLocks noChangeArrowheads="1"/>
          </p:cNvSpPr>
          <p:nvPr userDrawn="1"/>
        </p:nvSpPr>
        <p:spPr bwMode="auto">
          <a:xfrm>
            <a:off x="827693" y="1009641"/>
            <a:ext cx="2133600" cy="101600"/>
          </a:xfrm>
          <a:prstGeom prst="rect">
            <a:avLst/>
          </a:prstGeom>
          <a:solidFill>
            <a:schemeClr val="accent2"/>
          </a:solidFill>
          <a:ln w="9525">
            <a:noFill/>
            <a:miter lim="800000"/>
            <a:headEnd/>
            <a:tailEnd/>
          </a:ln>
          <a:effectLst/>
        </p:spPr>
        <p:txBody>
          <a:bodyPr wrap="none" anchor="ctr"/>
          <a:lstStyle/>
          <a:p>
            <a:pPr algn="ctr">
              <a:defRPr/>
            </a:pPr>
            <a:endParaRPr lang="zh-CN" altLang="zh-CN" sz="2400">
              <a:latin typeface="Times New Roman" pitchFamily="18" charset="0"/>
              <a:ea typeface="宋体" charset="-122"/>
            </a:endParaRPr>
          </a:p>
        </p:txBody>
      </p:sp>
      <p:sp>
        <p:nvSpPr>
          <p:cNvPr id="8" name="Rectangle 3"/>
          <p:cNvSpPr>
            <a:spLocks noChangeArrowheads="1"/>
          </p:cNvSpPr>
          <p:nvPr userDrawn="1"/>
        </p:nvSpPr>
        <p:spPr bwMode="auto">
          <a:xfrm>
            <a:off x="2351693" y="1009641"/>
            <a:ext cx="7239000" cy="101600"/>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zh-CN" sz="2400">
              <a:latin typeface="Times New Roman" pitchFamily="18" charset="0"/>
              <a:ea typeface="宋体" charset="-122"/>
            </a:endParaRPr>
          </a:p>
        </p:txBody>
      </p:sp>
    </p:spTree>
    <p:extLst>
      <p:ext uri="{BB962C8B-B14F-4D97-AF65-F5344CB8AC3E}">
        <p14:creationId xmlns:p14="http://schemas.microsoft.com/office/powerpoint/2010/main" val="4130540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77" r:id="rId13"/>
  </p:sldLayoutIdLst>
  <p:hf hdr="0" ftr="0" dt="0"/>
  <p:txStyles>
    <p:titleStyle>
      <a:lvl1pPr algn="l" defTabSz="914400" rtl="0" eaLnBrk="1" latinLnBrk="0" hangingPunct="1">
        <a:lnSpc>
          <a:spcPct val="90000"/>
        </a:lnSpc>
        <a:spcBef>
          <a:spcPct val="0"/>
        </a:spcBef>
        <a:buNone/>
        <a:defRPr sz="4400" kern="1200" baseline="0">
          <a:solidFill>
            <a:schemeClr val="tx1"/>
          </a:solidFill>
          <a:latin typeface="Arial" panose="020B0604020202020204" pitchFamily="34" charset="0"/>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n"/>
        <a:defRPr sz="2800" kern="1200" baseline="0">
          <a:solidFill>
            <a:schemeClr val="tx1"/>
          </a:solidFill>
          <a:latin typeface="Arial" panose="020B0604020202020204" pitchFamily="34" charset="0"/>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Wingdings" panose="05000000000000000000" pitchFamily="2" charset="2"/>
        <a:buChar char="p"/>
        <a:defRPr sz="2400" kern="1200" baseline="0">
          <a:solidFill>
            <a:schemeClr val="tx1"/>
          </a:solidFill>
          <a:latin typeface="Arial" panose="020B0604020202020204" pitchFamily="34" charset="0"/>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sz="2000" kern="1200" baseline="0">
          <a:solidFill>
            <a:schemeClr val="tx1"/>
          </a:solidFill>
          <a:latin typeface="Arial" panose="020B0604020202020204" pitchFamily="34" charset="0"/>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Arial" panose="020B0604020202020204" pitchFamily="34" charset="0"/>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C43789E-9546-4A88-B27A-AE515E4F91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BA9D798-97CA-4B37-B62C-5F59A1FE7E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09D900E-A223-45D9-AA9B-423B2F0E83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7DD336-8F89-4049-A320-5ECC3466BAA4}" type="datetimeFigureOut">
              <a:rPr lang="zh-CN" altLang="en-US" smtClean="0"/>
              <a:pPr/>
              <a:t>2024/9/18</a:t>
            </a:fld>
            <a:endParaRPr lang="zh-CN" altLang="en-US"/>
          </a:p>
        </p:txBody>
      </p:sp>
      <p:sp>
        <p:nvSpPr>
          <p:cNvPr id="5" name="页脚占位符 4">
            <a:extLst>
              <a:ext uri="{FF2B5EF4-FFF2-40B4-BE49-F238E27FC236}">
                <a16:creationId xmlns:a16="http://schemas.microsoft.com/office/drawing/2014/main" id="{2FF03EBB-3894-4F8C-BC51-1CA016E1CD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B1F0EC3-856C-47B4-8447-3AE149EADA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9E3CE-9137-4191-BBE8-AF50CAA1C282}" type="slidenum">
              <a:rPr lang="zh-CN" altLang="en-US" smtClean="0"/>
              <a:pPr/>
              <a:t>‹#›</a:t>
            </a:fld>
            <a:endParaRPr lang="zh-CN" altLang="en-US"/>
          </a:p>
        </p:txBody>
      </p:sp>
    </p:spTree>
    <p:extLst>
      <p:ext uri="{BB962C8B-B14F-4D97-AF65-F5344CB8AC3E}">
        <p14:creationId xmlns:p14="http://schemas.microsoft.com/office/powerpoint/2010/main" val="226842366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baike.baidu.com/item/%E8%A9%B9%E5%A7%86%E6%96%AF%C2%B7%E5%B0%BC%E5%8F%A4%E6%8B%89%C2%B7%E6%A0%BC%E9%9B%B7" TargetMode="External"/><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hyperlink" Target="https://baike.baidu.com/item/%E8%A9%B9%E5%A7%86%E6%96%AF%C2%B7%E5%B0%BC%E5%8F%A4%E6%8B%89%C2%B7%E6%A0%BC%E9%9B%B7" TargetMode="External"/><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7.wmf"/></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副标题 5">
            <a:extLst>
              <a:ext uri="{FF2B5EF4-FFF2-40B4-BE49-F238E27FC236}">
                <a16:creationId xmlns:a16="http://schemas.microsoft.com/office/drawing/2014/main" id="{12065FA8-D4B6-47AF-AF8C-8746166B2B44}"/>
              </a:ext>
            </a:extLst>
          </p:cNvPr>
          <p:cNvSpPr>
            <a:spLocks noGrp="1"/>
          </p:cNvSpPr>
          <p:nvPr>
            <p:ph type="subTitle" idx="1"/>
          </p:nvPr>
        </p:nvSpPr>
        <p:spPr>
          <a:xfrm>
            <a:off x="2126428" y="3953452"/>
            <a:ext cx="7939144" cy="1915992"/>
          </a:xfrm>
        </p:spPr>
        <p:txBody>
          <a:bodyPr>
            <a:normAutofit/>
          </a:bodyPr>
          <a:lstStyle/>
          <a:p>
            <a:r>
              <a:rPr lang="zh-CN" altLang="en-US" sz="3200" b="1" dirty="0"/>
              <a:t>章成源</a:t>
            </a:r>
            <a:endParaRPr lang="en-US" altLang="zh-CN" sz="1800" dirty="0"/>
          </a:p>
          <a:p>
            <a:r>
              <a:rPr lang="zh-CN" altLang="en-US" sz="1800" dirty="0"/>
              <a:t>湖南大学</a:t>
            </a:r>
            <a:r>
              <a:rPr lang="en-US" altLang="zh-CN" sz="1800" dirty="0"/>
              <a:t>-</a:t>
            </a:r>
            <a:r>
              <a:rPr lang="zh-CN" altLang="en-US" sz="1800" dirty="0"/>
              <a:t>信息科学与工程学院</a:t>
            </a:r>
            <a:r>
              <a:rPr lang="en-US" altLang="zh-CN" sz="1800" dirty="0"/>
              <a:t>-</a:t>
            </a:r>
            <a:r>
              <a:rPr lang="zh-CN" altLang="en-US" sz="1800" dirty="0"/>
              <a:t>计算机科学系</a:t>
            </a:r>
            <a:endParaRPr lang="en-US" altLang="zh-CN" sz="1800" dirty="0"/>
          </a:p>
        </p:txBody>
      </p:sp>
      <p:sp>
        <p:nvSpPr>
          <p:cNvPr id="9" name="标题 4">
            <a:extLst>
              <a:ext uri="{FF2B5EF4-FFF2-40B4-BE49-F238E27FC236}">
                <a16:creationId xmlns:a16="http://schemas.microsoft.com/office/drawing/2014/main" id="{2720FD54-3ED7-4D8F-9904-FE6C19B05E90}"/>
              </a:ext>
            </a:extLst>
          </p:cNvPr>
          <p:cNvSpPr>
            <a:spLocks noGrp="1"/>
          </p:cNvSpPr>
          <p:nvPr>
            <p:ph type="ctrTitle"/>
          </p:nvPr>
        </p:nvSpPr>
        <p:spPr>
          <a:xfrm>
            <a:off x="1227437" y="1841157"/>
            <a:ext cx="9144000" cy="1001541"/>
          </a:xfrm>
        </p:spPr>
        <p:txBody>
          <a:bodyPr>
            <a:normAutofit/>
          </a:bodyPr>
          <a:lstStyle/>
          <a:p>
            <a:r>
              <a:rPr lang="zh-CN" altLang="en-US" dirty="0"/>
              <a:t>数据库原理</a:t>
            </a:r>
          </a:p>
        </p:txBody>
      </p:sp>
      <p:sp>
        <p:nvSpPr>
          <p:cNvPr id="10" name="矩形 9"/>
          <p:cNvSpPr/>
          <p:nvPr/>
        </p:nvSpPr>
        <p:spPr>
          <a:xfrm>
            <a:off x="3171295" y="4940263"/>
            <a:ext cx="6096000" cy="719171"/>
          </a:xfrm>
          <a:prstGeom prst="rect">
            <a:avLst/>
          </a:prstGeom>
        </p:spPr>
        <p:txBody>
          <a:bodyPr>
            <a:spAutoFit/>
          </a:bodyPr>
          <a:lstStyle/>
          <a:p>
            <a:pPr marL="0" lvl="1" algn="ctr">
              <a:lnSpc>
                <a:spcPct val="90000"/>
              </a:lnSpc>
              <a:spcBef>
                <a:spcPts val="1000"/>
              </a:spcBef>
            </a:pPr>
            <a:r>
              <a:rPr lang="zh-CN" altLang="en-US" dirty="0">
                <a:latin typeface="Arial" panose="020B0604020202020204" pitchFamily="34" charset="0"/>
                <a:ea typeface="微软雅黑" panose="020B0503020204020204" pitchFamily="34" charset="-122"/>
              </a:rPr>
              <a:t>办公室：院楼</a:t>
            </a:r>
            <a:r>
              <a:rPr lang="en-US" altLang="zh-CN" dirty="0">
                <a:latin typeface="Arial" panose="020B0604020202020204" pitchFamily="34" charset="0"/>
                <a:ea typeface="微软雅黑" panose="020B0503020204020204" pitchFamily="34" charset="-122"/>
              </a:rPr>
              <a:t>403</a:t>
            </a:r>
          </a:p>
          <a:p>
            <a:pPr marL="0" lvl="1" algn="ctr">
              <a:lnSpc>
                <a:spcPct val="90000"/>
              </a:lnSpc>
              <a:spcBef>
                <a:spcPts val="1000"/>
              </a:spcBef>
            </a:pPr>
            <a:r>
              <a:rPr lang="en-US" altLang="zh-CN" dirty="0">
                <a:latin typeface="Arial" panose="020B0604020202020204" pitchFamily="34" charset="0"/>
                <a:ea typeface="微软雅黑" panose="020B0503020204020204" pitchFamily="34" charset="-122"/>
              </a:rPr>
              <a:t>Email</a:t>
            </a:r>
            <a:r>
              <a:rPr lang="zh-CN" altLang="en-US" dirty="0">
                <a:latin typeface="Arial" panose="020B0604020202020204" pitchFamily="34" charset="0"/>
                <a:ea typeface="微软雅黑" panose="020B0503020204020204" pitchFamily="34" charset="-122"/>
              </a:rPr>
              <a:t>：</a:t>
            </a:r>
            <a:r>
              <a:rPr lang="en-US" altLang="zh-CN" dirty="0">
                <a:latin typeface="Arial" panose="020B0604020202020204" pitchFamily="34" charset="0"/>
                <a:ea typeface="微软雅黑" panose="020B0503020204020204" pitchFamily="34" charset="-122"/>
              </a:rPr>
              <a:t>cyzhangcse@hnu.edu.cn</a:t>
            </a:r>
          </a:p>
        </p:txBody>
      </p:sp>
    </p:spTree>
    <p:extLst>
      <p:ext uri="{BB962C8B-B14F-4D97-AF65-F5344CB8AC3E}">
        <p14:creationId xmlns:p14="http://schemas.microsoft.com/office/powerpoint/2010/main" val="238430064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37AEA7-44ED-41FD-A578-E702E484A482}"/>
              </a:ext>
            </a:extLst>
          </p:cNvPr>
          <p:cNvSpPr>
            <a:spLocks noGrp="1"/>
          </p:cNvSpPr>
          <p:nvPr>
            <p:ph type="title"/>
          </p:nvPr>
        </p:nvSpPr>
        <p:spPr/>
        <p:txBody>
          <a:bodyPr/>
          <a:lstStyle/>
          <a:p>
            <a:r>
              <a:rPr lang="zh-CN" altLang="en-US" dirty="0"/>
              <a:t>课题组成员介绍</a:t>
            </a:r>
          </a:p>
        </p:txBody>
      </p:sp>
      <p:sp>
        <p:nvSpPr>
          <p:cNvPr id="3" name="灯片编号占位符 2">
            <a:extLst>
              <a:ext uri="{FF2B5EF4-FFF2-40B4-BE49-F238E27FC236}">
                <a16:creationId xmlns:a16="http://schemas.microsoft.com/office/drawing/2014/main" id="{7D37340B-B7DA-48C3-B32A-81564E6D6BEF}"/>
              </a:ext>
            </a:extLst>
          </p:cNvPr>
          <p:cNvSpPr>
            <a:spLocks noGrp="1"/>
          </p:cNvSpPr>
          <p:nvPr>
            <p:ph type="sldNum" sz="quarter" idx="12"/>
          </p:nvPr>
        </p:nvSpPr>
        <p:spPr>
          <a:xfrm>
            <a:off x="8797476" y="6332884"/>
            <a:ext cx="2743200" cy="365125"/>
          </a:xfrm>
        </p:spPr>
        <p:txBody>
          <a:bodyPr/>
          <a:lstStyle/>
          <a:p>
            <a:fld id="{F210D295-9B15-4757-888B-4FDF115DEA16}" type="slidenum">
              <a:rPr lang="zh-CN" altLang="en-US" smtClean="0"/>
              <a:pPr/>
              <a:t>2</a:t>
            </a:fld>
            <a:endParaRPr lang="zh-CN" altLang="en-US"/>
          </a:p>
        </p:txBody>
      </p:sp>
      <p:pic>
        <p:nvPicPr>
          <p:cNvPr id="2052" name="Picture 4" descr="无照片">
            <a:extLst>
              <a:ext uri="{FF2B5EF4-FFF2-40B4-BE49-F238E27FC236}">
                <a16:creationId xmlns:a16="http://schemas.microsoft.com/office/drawing/2014/main" id="{4CDA607D-BB5C-4D70-B816-42CD1EEE839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79419" y="1370424"/>
            <a:ext cx="1835602" cy="223002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9B580FD7-19E1-4A01-BE4A-D7DA8398CD41}"/>
              </a:ext>
            </a:extLst>
          </p:cNvPr>
          <p:cNvSpPr txBox="1"/>
          <p:nvPr/>
        </p:nvSpPr>
        <p:spPr>
          <a:xfrm>
            <a:off x="2515020" y="1317807"/>
            <a:ext cx="4136151" cy="2554545"/>
          </a:xfrm>
          <a:prstGeom prst="rect">
            <a:avLst/>
          </a:prstGeom>
          <a:noFill/>
        </p:spPr>
        <p:txBody>
          <a:bodyPr wrap="square" rtlCol="0">
            <a:spAutoFit/>
          </a:bodyPr>
          <a:lstStyle/>
          <a:p>
            <a:r>
              <a:rPr lang="zh-CN" altLang="en-US" sz="2000" b="1" kern="100" dirty="0">
                <a:solidFill>
                  <a:srgbClr val="333333"/>
                </a:solidFill>
                <a:latin typeface="Times New Roman" panose="02020603050405020304" pitchFamily="18" charset="0"/>
                <a:ea typeface="宋体" panose="02010600030101010101" pitchFamily="2" charset="-122"/>
                <a:cs typeface="Times New Roman" panose="02020603050405020304" pitchFamily="18" charset="0"/>
              </a:rPr>
              <a:t>杨超，毕业于日本东京工业大学计算智能与系统科学系，获工学博士学位。现为中国计算机学会协同计算专委委员，计算机应用专委委员，主要基于深度学习和机器学习方法从事人工智能相关领域的研究，包括信息检索与推荐、跨媒体数据分析等方面的教学与科研工作。</a:t>
            </a:r>
          </a:p>
        </p:txBody>
      </p:sp>
      <p:pic>
        <p:nvPicPr>
          <p:cNvPr id="2054" name="Picture 6" descr="无照片">
            <a:extLst>
              <a:ext uri="{FF2B5EF4-FFF2-40B4-BE49-F238E27FC236}">
                <a16:creationId xmlns:a16="http://schemas.microsoft.com/office/drawing/2014/main" id="{1608A0A4-4267-4323-85F6-292E928616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4506" y="4087816"/>
            <a:ext cx="1728768" cy="242763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EF79BEDD-8EA8-4D23-9AFA-3E1F628DE41E}"/>
              </a:ext>
            </a:extLst>
          </p:cNvPr>
          <p:cNvSpPr txBox="1"/>
          <p:nvPr/>
        </p:nvSpPr>
        <p:spPr>
          <a:xfrm>
            <a:off x="4977011" y="4024998"/>
            <a:ext cx="4136151" cy="2554545"/>
          </a:xfrm>
          <a:prstGeom prst="rect">
            <a:avLst/>
          </a:prstGeom>
          <a:noFill/>
        </p:spPr>
        <p:txBody>
          <a:bodyPr wrap="square" rtlCol="0">
            <a:spAutoFit/>
          </a:bodyPr>
          <a:lstStyle/>
          <a:p>
            <a:pPr algn="just"/>
            <a:r>
              <a:rPr lang="zh-CN" altLang="en-US" sz="2000" b="1" kern="100" dirty="0">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章成源，</a:t>
            </a:r>
            <a:r>
              <a:rPr lang="zh-CN" altLang="en-US" sz="2000" b="1" kern="100" dirty="0">
                <a:solidFill>
                  <a:srgbClr val="333333"/>
                </a:solidFill>
                <a:latin typeface="Times New Roman" panose="02020603050405020304" pitchFamily="18" charset="0"/>
                <a:ea typeface="宋体" panose="02010600030101010101" pitchFamily="2" charset="-122"/>
                <a:cs typeface="Times New Roman" panose="02020603050405020304" pitchFamily="18" charset="0"/>
              </a:rPr>
              <a:t>毕业</a:t>
            </a:r>
            <a:r>
              <a:rPr lang="zh-CN" altLang="zh-CN" sz="2000" b="1" kern="100" dirty="0">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于澳大利亚新南威尔士大学获得计算机科学与技术博士学位，国际期刊</a:t>
            </a:r>
            <a:r>
              <a:rPr lang="en-US" altLang="zh-CN" sz="2000" b="1" kern="100" dirty="0">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MTAP</a:t>
            </a:r>
            <a:r>
              <a:rPr lang="zh-CN" altLang="zh-CN" sz="2000" b="1" kern="100" dirty="0">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100" dirty="0">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Mathematics</a:t>
            </a:r>
            <a:r>
              <a:rPr lang="zh-CN" altLang="zh-CN" sz="2000" b="1" kern="100" dirty="0">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的客座编委</a:t>
            </a:r>
            <a:r>
              <a:rPr lang="en-US" altLang="zh-CN" sz="2000" b="1" kern="100" dirty="0">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b="1" kern="100" dirty="0">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担任多个国际会议、多个国际</a:t>
            </a:r>
            <a:r>
              <a:rPr lang="zh-CN" altLang="en-US" sz="2000" b="1" kern="100" dirty="0">
                <a:solidFill>
                  <a:srgbClr val="333333"/>
                </a:solidFill>
                <a:latin typeface="Times New Roman" panose="02020603050405020304" pitchFamily="18" charset="0"/>
                <a:ea typeface="宋体" panose="02010600030101010101" pitchFamily="2" charset="-122"/>
                <a:cs typeface="Times New Roman" panose="02020603050405020304" pitchFamily="18" charset="0"/>
              </a:rPr>
              <a:t>顶级</a:t>
            </a:r>
            <a:r>
              <a:rPr lang="zh-CN" altLang="zh-CN" sz="2000" b="1" kern="100" dirty="0">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期刊的审稿人，获</a:t>
            </a:r>
            <a:r>
              <a:rPr lang="en-US" altLang="zh-CN" sz="2000" b="1" kern="100" dirty="0">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PRL 2018</a:t>
            </a:r>
            <a:r>
              <a:rPr lang="zh-CN" altLang="zh-CN" sz="2000" b="1" kern="100" dirty="0">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杰出审稿人奖</a:t>
            </a:r>
            <a:r>
              <a:rPr lang="en-US" altLang="zh-CN" sz="2000" b="1" kern="100" dirty="0">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时空多媒体数据的查询与处理、数据挖掘、机器学习、图数据分析等</a:t>
            </a:r>
            <a:r>
              <a:rPr lang="zh-CN" altLang="zh-CN" sz="16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2060" name="Picture 12" descr="无照片">
            <a:extLst>
              <a:ext uri="{FF2B5EF4-FFF2-40B4-BE49-F238E27FC236}">
                <a16:creationId xmlns:a16="http://schemas.microsoft.com/office/drawing/2014/main" id="{50EF0836-152B-4845-ACFA-A43A8723DE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0244" y="1370424"/>
            <a:ext cx="1703362" cy="2391955"/>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7ECBBA64-D35A-4165-ADB1-9FDBB1247ECB}"/>
              </a:ext>
            </a:extLst>
          </p:cNvPr>
          <p:cNvSpPr txBox="1"/>
          <p:nvPr/>
        </p:nvSpPr>
        <p:spPr>
          <a:xfrm>
            <a:off x="8732679" y="1208163"/>
            <a:ext cx="2574941" cy="2554545"/>
          </a:xfrm>
          <a:prstGeom prst="rect">
            <a:avLst/>
          </a:prstGeom>
          <a:noFill/>
        </p:spPr>
        <p:txBody>
          <a:bodyPr wrap="square" rtlCol="0">
            <a:spAutoFit/>
          </a:bodyPr>
          <a:lstStyle/>
          <a:p>
            <a:pPr algn="just"/>
            <a:r>
              <a:rPr lang="zh-CN" altLang="en-US" sz="2000" b="1" kern="100" dirty="0">
                <a:solidFill>
                  <a:srgbClr val="333333"/>
                </a:solidFill>
                <a:latin typeface="Times New Roman" panose="02020603050405020304" pitchFamily="18" charset="0"/>
                <a:ea typeface="宋体" panose="02010600030101010101" pitchFamily="2" charset="-122"/>
                <a:cs typeface="Times New Roman" panose="02020603050405020304" pitchFamily="18" charset="0"/>
              </a:rPr>
              <a:t>王伟胜，主要研究基于图像检索、目标识别、文本识别等计算机视觉领域的应用，以及医学图像分析，基于医学图像的疾病计算机辅助诊断等方向。</a:t>
            </a:r>
            <a:endParaRPr lang="zh-CN" altLang="zh-CN" sz="2000" b="1" kern="100" dirty="0">
              <a:solidFill>
                <a:srgbClr val="333333"/>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66754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灯片编号占位符 5"/>
          <p:cNvSpPr txBox="1">
            <a:spLocks noGrp="1"/>
          </p:cNvSpPr>
          <p:nvPr>
            <p:ph type="sldNum" sz="quarter" idx="12"/>
          </p:nvPr>
        </p:nvSpPr>
        <p:spPr/>
        <p:txBody>
          <a:bodyPr wrap="square" lIns="91440" tIns="45720" rIns="91440" bIns="45720" anchor="t"/>
          <a:lstStyle/>
          <a:p>
            <a:pPr algn="r"/>
            <a:fld id="{9A0DB2DC-4C9A-4742-B13C-FB6460FD3503}" type="slidenum">
              <a:rPr lang="en-US" altLang="zh-CN" sz="1400" b="0" dirty="0"/>
              <a:pPr algn="r"/>
              <a:t>3</a:t>
            </a:fld>
            <a:endParaRPr lang="en-US" altLang="zh-CN" sz="1400" b="0" dirty="0"/>
          </a:p>
        </p:txBody>
      </p:sp>
      <p:sp>
        <p:nvSpPr>
          <p:cNvPr id="10242" name="Rectangle 2"/>
          <p:cNvSpPr>
            <a:spLocks noGrp="1"/>
          </p:cNvSpPr>
          <p:nvPr>
            <p:ph type="title"/>
          </p:nvPr>
        </p:nvSpPr>
        <p:spPr/>
        <p:txBody>
          <a:bodyPr wrap="square" lIns="91440" tIns="45720" rIns="91440" bIns="45720" anchor="ctr"/>
          <a:lstStyle/>
          <a:p>
            <a:pPr eaLnBrk="1" hangingPunct="1"/>
            <a:r>
              <a:rPr lang="zh-CN" altLang="en-US" dirty="0">
                <a:latin typeface="微软雅黑" panose="020B0503020204020204" pitchFamily="34" charset="-122"/>
                <a:ea typeface="微软雅黑" panose="020B0503020204020204" pitchFamily="34" charset="-122"/>
              </a:rPr>
              <a:t>课程背景</a:t>
            </a:r>
            <a:endParaRPr lang="zh-CN" altLang="en-US" dirty="0">
              <a:ea typeface="黑体" panose="02010609060101010101" pitchFamily="49" charset="-122"/>
            </a:endParaRPr>
          </a:p>
        </p:txBody>
      </p:sp>
      <p:sp>
        <p:nvSpPr>
          <p:cNvPr id="10243" name="Rectangle 3"/>
          <p:cNvSpPr>
            <a:spLocks noGrp="1"/>
          </p:cNvSpPr>
          <p:nvPr>
            <p:ph idx="1"/>
          </p:nvPr>
        </p:nvSpPr>
        <p:spPr>
          <a:xfrm>
            <a:off x="431801" y="1341438"/>
            <a:ext cx="11307233" cy="5287962"/>
          </a:xfrm>
        </p:spPr>
        <p:txBody>
          <a:bodyPr wrap="square" lIns="91440" tIns="45720" rIns="91440" bIns="45720" anchor="t">
            <a:normAutofit fontScale="47500" lnSpcReduction="20000"/>
          </a:bodyPr>
          <a:lstStyle/>
          <a:p>
            <a:pPr eaLnBrk="1" hangingPunct="1">
              <a:lnSpc>
                <a:spcPct val="150000"/>
              </a:lnSpc>
              <a:spcBef>
                <a:spcPct val="50000"/>
              </a:spcBef>
            </a:pPr>
            <a:r>
              <a:rPr lang="zh-CN" altLang="en-US" sz="3800" dirty="0">
                <a:latin typeface="微软雅黑" panose="020B0503020204020204" pitchFamily="34" charset="-122"/>
                <a:cs typeface="微软雅黑" panose="020B0503020204020204" pitchFamily="34" charset="-122"/>
              </a:rPr>
              <a:t>数据库技术产生于上个世纪六十年代末，是</a:t>
            </a:r>
            <a:r>
              <a:rPr lang="zh-CN" altLang="en-US" sz="3800" b="1" dirty="0">
                <a:solidFill>
                  <a:srgbClr val="0000FF"/>
                </a:solidFill>
                <a:latin typeface="微软雅黑" panose="020B0503020204020204" pitchFamily="34" charset="-122"/>
                <a:cs typeface="微软雅黑" panose="020B0503020204020204" pitchFamily="34" charset="-122"/>
              </a:rPr>
              <a:t>数据管理</a:t>
            </a:r>
            <a:r>
              <a:rPr lang="zh-CN" altLang="en-US" sz="3800" dirty="0">
                <a:latin typeface="微软雅黑" panose="020B0503020204020204" pitchFamily="34" charset="-122"/>
                <a:cs typeface="微软雅黑" panose="020B0503020204020204" pitchFamily="34" charset="-122"/>
              </a:rPr>
              <a:t>的核心技术，是计算机科学与技术的重要分支，是计算机科学与技术发展最快的领域之一，也是应用最广泛的技术之一，它极大地促进了计算机应用向各行各业的渗透。</a:t>
            </a:r>
            <a:endParaRPr lang="en-US" altLang="zh-CN" sz="3800" dirty="0">
              <a:latin typeface="微软雅黑" panose="020B0503020204020204" pitchFamily="34" charset="-122"/>
              <a:cs typeface="微软雅黑" panose="020B0503020204020204" pitchFamily="34" charset="-122"/>
            </a:endParaRPr>
          </a:p>
          <a:p>
            <a:pPr eaLnBrk="1" hangingPunct="1">
              <a:lnSpc>
                <a:spcPct val="150000"/>
              </a:lnSpc>
              <a:spcBef>
                <a:spcPct val="50000"/>
              </a:spcBef>
            </a:pPr>
            <a:r>
              <a:rPr lang="zh-CN" altLang="en-US" sz="3800" dirty="0">
                <a:latin typeface="微软雅黑" panose="020B0503020204020204" pitchFamily="34" charset="-122"/>
                <a:cs typeface="微软雅黑" panose="020B0503020204020204" pitchFamily="34" charset="-122"/>
              </a:rPr>
              <a:t>小至个人使用的收集</a:t>
            </a:r>
            <a:r>
              <a:rPr lang="en-US" altLang="zh-CN" sz="3800" dirty="0">
                <a:latin typeface="微软雅黑" panose="020B0503020204020204" pitchFamily="34" charset="-122"/>
                <a:cs typeface="微软雅黑" panose="020B0503020204020204" pitchFamily="34" charset="-122"/>
              </a:rPr>
              <a:t>APP</a:t>
            </a:r>
            <a:r>
              <a:rPr lang="zh-CN" altLang="en-US" sz="3800" dirty="0">
                <a:latin typeface="微软雅黑" panose="020B0503020204020204" pitchFamily="34" charset="-122"/>
                <a:cs typeface="微软雅黑" panose="020B0503020204020204" pitchFamily="34" charset="-122"/>
              </a:rPr>
              <a:t>、车载导航系统，大到各个学校、 银行、医院、商店的信息系统，再大到跨国企业和公司的大型信息管理系统，几乎所有的应用系统都是建立在数据库之上，依靠数据库系统存储、管理、处理和分析各类数据。（例，京东、 携程、 </a:t>
            </a:r>
            <a:r>
              <a:rPr lang="en-US" altLang="zh-CN" sz="3800" dirty="0">
                <a:latin typeface="微软雅黑" panose="020B0503020204020204" pitchFamily="34" charset="-122"/>
                <a:cs typeface="微软雅黑" panose="020B0503020204020204" pitchFamily="34" charset="-122"/>
              </a:rPr>
              <a:t>12306</a:t>
            </a:r>
            <a:r>
              <a:rPr lang="zh-CN" altLang="en-US" sz="3800" dirty="0">
                <a:latin typeface="微软雅黑" panose="020B0503020204020204" pitchFamily="34" charset="-122"/>
                <a:cs typeface="微软雅黑" panose="020B0503020204020204" pitchFamily="34" charset="-122"/>
              </a:rPr>
              <a:t>）</a:t>
            </a:r>
            <a:endParaRPr lang="en-US" altLang="zh-CN" sz="3800" dirty="0">
              <a:latin typeface="微软雅黑" panose="020B0503020204020204" pitchFamily="34" charset="-122"/>
              <a:cs typeface="微软雅黑" panose="020B0503020204020204" pitchFamily="34" charset="-122"/>
            </a:endParaRPr>
          </a:p>
          <a:p>
            <a:pPr>
              <a:lnSpc>
                <a:spcPct val="150000"/>
              </a:lnSpc>
              <a:spcBef>
                <a:spcPct val="50000"/>
              </a:spcBef>
            </a:pPr>
            <a:r>
              <a:rPr lang="zh-CN" altLang="en-US" sz="3800" dirty="0">
                <a:latin typeface="微软雅黑" panose="020B0503020204020204" pitchFamily="34" charset="-122"/>
                <a:cs typeface="微软雅黑" panose="020B0503020204020204" pitchFamily="34" charset="-122"/>
              </a:rPr>
              <a:t>数据库管理系统（</a:t>
            </a:r>
            <a:r>
              <a:rPr lang="en-US" altLang="zh-CN" sz="3800" dirty="0">
                <a:latin typeface="微软雅黑" panose="020B0503020204020204" pitchFamily="34" charset="-122"/>
                <a:cs typeface="微软雅黑" panose="020B0503020204020204" pitchFamily="34" charset="-122"/>
              </a:rPr>
              <a:t>DBMS</a:t>
            </a:r>
            <a:r>
              <a:rPr lang="zh-CN" altLang="en-US" sz="3800" dirty="0">
                <a:latin typeface="微软雅黑" panose="020B0503020204020204" pitchFamily="34" charset="-122"/>
                <a:cs typeface="微软雅黑" panose="020B0503020204020204" pitchFamily="34" charset="-122"/>
              </a:rPr>
              <a:t>）作为大型复杂的基础软件，已经成为现代</a:t>
            </a:r>
            <a:r>
              <a:rPr lang="zh-CN" altLang="en-US" sz="3800" b="1" dirty="0">
                <a:solidFill>
                  <a:srgbClr val="0000FF"/>
                </a:solidFill>
                <a:latin typeface="微软雅黑" panose="020B0503020204020204" pitchFamily="34" charset="-122"/>
                <a:cs typeface="微软雅黑" panose="020B0503020204020204" pitchFamily="34" charset="-122"/>
              </a:rPr>
              <a:t>信息系统</a:t>
            </a:r>
            <a:r>
              <a:rPr lang="zh-CN" altLang="en-US" sz="3800" dirty="0">
                <a:latin typeface="微软雅黑" panose="020B0503020204020204" pitchFamily="34" charset="-122"/>
                <a:cs typeface="微软雅黑" panose="020B0503020204020204" pitchFamily="34" charset="-122"/>
              </a:rPr>
              <a:t>的核心和基础。</a:t>
            </a:r>
            <a:endParaRPr lang="en-US" altLang="zh-CN" sz="3800" dirty="0">
              <a:latin typeface="微软雅黑" panose="020B0503020204020204" pitchFamily="34" charset="-122"/>
              <a:cs typeface="微软雅黑" panose="020B0503020204020204" pitchFamily="34" charset="-122"/>
            </a:endParaRPr>
          </a:p>
          <a:p>
            <a:pPr eaLnBrk="1" hangingPunct="1">
              <a:lnSpc>
                <a:spcPct val="150000"/>
              </a:lnSpc>
              <a:spcBef>
                <a:spcPct val="50000"/>
              </a:spcBef>
            </a:pPr>
            <a:r>
              <a:rPr lang="zh-CN" altLang="en-US" sz="3800" dirty="0">
                <a:latin typeface="微软雅黑" panose="020B0503020204020204" pitchFamily="34" charset="-122"/>
                <a:cs typeface="微软雅黑" panose="020B0503020204020204" pitchFamily="34" charset="-122"/>
              </a:rPr>
              <a:t>今天大数据应用、云计算的迅猛发展，更加突显数据库技术的重要性。</a:t>
            </a:r>
            <a:endParaRPr lang="en-US" altLang="zh-CN" sz="3800" dirty="0">
              <a:latin typeface="微软雅黑" panose="020B0503020204020204" pitchFamily="34" charset="-122"/>
              <a:cs typeface="微软雅黑" panose="020B0503020204020204" pitchFamily="34" charset="-122"/>
            </a:endParaRPr>
          </a:p>
          <a:p>
            <a:pPr eaLnBrk="1" hangingPunct="1">
              <a:lnSpc>
                <a:spcPct val="150000"/>
              </a:lnSpc>
              <a:spcBef>
                <a:spcPct val="50000"/>
              </a:spcBef>
            </a:pPr>
            <a:r>
              <a:rPr lang="zh-CN" altLang="en-US" sz="3800" dirty="0">
                <a:latin typeface="微软雅黑" panose="020B0503020204020204" pitchFamily="34" charset="-122"/>
              </a:rPr>
              <a:t>数据库的建设规模、数据库信息量的大小和使用频度已成为衡量一个</a:t>
            </a:r>
            <a:r>
              <a:rPr lang="zh-CN" altLang="en-US" sz="3800" b="1" dirty="0">
                <a:solidFill>
                  <a:srgbClr val="0000FF"/>
                </a:solidFill>
                <a:latin typeface="微软雅黑" panose="020B0503020204020204" pitchFamily="34" charset="-122"/>
              </a:rPr>
              <a:t>国家信息化程度</a:t>
            </a:r>
            <a:r>
              <a:rPr lang="zh-CN" altLang="en-US" sz="3800" dirty="0">
                <a:latin typeface="微软雅黑" panose="020B0503020204020204" pitchFamily="34" charset="-122"/>
              </a:rPr>
              <a:t>的重要标志。</a:t>
            </a:r>
            <a:endParaRPr lang="en-US" altLang="zh-CN" sz="3800" dirty="0">
              <a:latin typeface="微软雅黑" panose="020B0503020204020204" pitchFamily="34" charset="-122"/>
            </a:endParaRPr>
          </a:p>
          <a:p>
            <a:pPr eaLnBrk="1" hangingPunct="1">
              <a:lnSpc>
                <a:spcPct val="150000"/>
              </a:lnSpc>
              <a:spcBef>
                <a:spcPct val="50000"/>
              </a:spcBef>
            </a:pPr>
            <a:r>
              <a:rPr lang="zh-CN" altLang="en-US" sz="3800" dirty="0">
                <a:latin typeface="微软雅黑" panose="020B0503020204020204" pitchFamily="34" charset="-122"/>
                <a:cs typeface="微软雅黑" panose="020B0503020204020204" pitchFamily="34" charset="-122"/>
              </a:rPr>
              <a:t>数据库技术的广泛应用也为我们打赢疫情防控阻击战立下了汗马功劳：“湖南健康码”实时掌握入湘人员健康状况，收集入湘人员健康状况，提高追溯精确性，为疫情监测分析、精准防控救治、公共资源调配提供支撑，助力疫情防控阻击战。</a:t>
            </a:r>
          </a:p>
          <a:p>
            <a:pPr marL="0" indent="0" eaLnBrk="1" hangingPunct="1">
              <a:lnSpc>
                <a:spcPct val="150000"/>
              </a:lnSpc>
              <a:spcBef>
                <a:spcPct val="50000"/>
              </a:spcBef>
              <a:buNone/>
            </a:pPr>
            <a:endParaRPr lang="zh-CN" altLang="en-US" sz="2900" dirty="0">
              <a:latin typeface="微软雅黑" panose="020B0503020204020204" pitchFamily="34" charset="-122"/>
            </a:endParaRPr>
          </a:p>
        </p:txBody>
      </p:sp>
    </p:spTree>
    <p:extLst>
      <p:ext uri="{BB962C8B-B14F-4D97-AF65-F5344CB8AC3E}">
        <p14:creationId xmlns:p14="http://schemas.microsoft.com/office/powerpoint/2010/main" val="296875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351658" y="1009650"/>
            <a:ext cx="7239000" cy="101600"/>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993139" y="341757"/>
            <a:ext cx="5062220" cy="696595"/>
          </a:xfrm>
          <a:prstGeom prst="rect">
            <a:avLst/>
          </a:prstGeom>
        </p:spPr>
        <p:txBody>
          <a:bodyPr vert="horz" wrap="square" lIns="0" tIns="12700" rIns="0" bIns="0" rtlCol="0">
            <a:spAutoFit/>
          </a:bodyPr>
          <a:lstStyle/>
          <a:p>
            <a:pPr marL="12700">
              <a:lnSpc>
                <a:spcPct val="100000"/>
              </a:lnSpc>
              <a:spcBef>
                <a:spcPts val="100"/>
              </a:spcBef>
            </a:pPr>
            <a:r>
              <a:rPr sz="4400" b="0" dirty="0">
                <a:latin typeface="UKIJ CJK"/>
                <a:cs typeface="UKIJ CJK"/>
              </a:rPr>
              <a:t>数据库技术与图灵奖</a:t>
            </a:r>
            <a:endParaRPr sz="4400">
              <a:latin typeface="UKIJ CJK"/>
              <a:cs typeface="UKIJ CJK"/>
            </a:endParaRPr>
          </a:p>
        </p:txBody>
      </p:sp>
      <p:sp>
        <p:nvSpPr>
          <p:cNvPr id="4" name="object 4"/>
          <p:cNvSpPr txBox="1"/>
          <p:nvPr/>
        </p:nvSpPr>
        <p:spPr>
          <a:xfrm>
            <a:off x="388981" y="1393687"/>
            <a:ext cx="6270535" cy="4722447"/>
          </a:xfrm>
          <a:prstGeom prst="rect">
            <a:avLst/>
          </a:prstGeom>
        </p:spPr>
        <p:txBody>
          <a:bodyPr vert="horz" wrap="square" lIns="0" tIns="175895" rIns="0" bIns="0" rtlCol="0">
            <a:spAutoFit/>
          </a:bodyPr>
          <a:lstStyle/>
          <a:p>
            <a:pPr marL="355600" indent="-343535">
              <a:lnSpc>
                <a:spcPct val="100000"/>
              </a:lnSpc>
              <a:spcBef>
                <a:spcPts val="1385"/>
              </a:spcBef>
              <a:buClr>
                <a:srgbClr val="E7E6E6"/>
              </a:buClr>
              <a:buSzPct val="75000"/>
              <a:buFont typeface="Wingdings"/>
              <a:buChar char=""/>
              <a:tabLst>
                <a:tab pos="355600" algn="l"/>
                <a:tab pos="356235" algn="l"/>
              </a:tabLst>
            </a:pPr>
            <a:r>
              <a:rPr sz="3200" spc="5" dirty="0">
                <a:solidFill>
                  <a:srgbClr val="FF0000"/>
                </a:solidFill>
                <a:latin typeface="Droid Sans Fallback"/>
                <a:cs typeface="Droid Sans Fallback"/>
              </a:rPr>
              <a:t>图灵</a:t>
            </a:r>
            <a:r>
              <a:rPr sz="3200" dirty="0">
                <a:solidFill>
                  <a:srgbClr val="FF0000"/>
                </a:solidFill>
                <a:latin typeface="Droid Sans Fallback"/>
                <a:cs typeface="Droid Sans Fallback"/>
              </a:rPr>
              <a:t>奖</a:t>
            </a:r>
            <a:r>
              <a:rPr sz="3200" spc="-5" dirty="0">
                <a:latin typeface="Noto Sans CJK JP Black"/>
                <a:cs typeface="Noto Sans CJK JP Black"/>
              </a:rPr>
              <a:t>历史上</a:t>
            </a:r>
            <a:r>
              <a:rPr sz="3200" spc="-15" dirty="0">
                <a:latin typeface="Noto Sans CJK JP Black"/>
                <a:cs typeface="Noto Sans CJK JP Black"/>
              </a:rPr>
              <a:t>的</a:t>
            </a:r>
            <a:r>
              <a:rPr lang="en-US" sz="3200" spc="-10" dirty="0">
                <a:latin typeface="Carlito"/>
                <a:cs typeface="Carlito"/>
              </a:rPr>
              <a:t>5</a:t>
            </a:r>
            <a:r>
              <a:rPr sz="3200" spc="-5" dirty="0">
                <a:latin typeface="Noto Sans CJK JP Black"/>
                <a:cs typeface="Noto Sans CJK JP Black"/>
              </a:rPr>
              <a:t>位数据库专家：</a:t>
            </a:r>
            <a:endParaRPr sz="3200" dirty="0">
              <a:latin typeface="Noto Sans CJK JP Black"/>
              <a:cs typeface="Noto Sans CJK JP Black"/>
            </a:endParaRPr>
          </a:p>
          <a:p>
            <a:pPr marL="756285" lvl="1" indent="-287020">
              <a:lnSpc>
                <a:spcPct val="100000"/>
              </a:lnSpc>
              <a:spcBef>
                <a:spcPts val="1005"/>
              </a:spcBef>
              <a:buClr>
                <a:srgbClr val="EC7C30"/>
              </a:buClr>
              <a:buSzPct val="79545"/>
              <a:buFont typeface="Wingdings"/>
              <a:buChar char=""/>
              <a:tabLst>
                <a:tab pos="756920" algn="l"/>
              </a:tabLst>
            </a:pPr>
            <a:r>
              <a:rPr sz="2400" dirty="0">
                <a:latin typeface="Times New Roman" panose="02020603050405020304" pitchFamily="18" charset="0"/>
                <a:cs typeface="Times New Roman" panose="02020603050405020304" pitchFamily="18" charset="0"/>
              </a:rPr>
              <a:t>1973</a:t>
            </a:r>
            <a:r>
              <a:rPr sz="2400" spc="-5" dirty="0">
                <a:latin typeface="Times New Roman" panose="02020603050405020304" pitchFamily="18" charset="0"/>
                <a:cs typeface="Times New Roman" panose="02020603050405020304" pitchFamily="18" charset="0"/>
              </a:rPr>
              <a:t>年，</a:t>
            </a:r>
            <a:r>
              <a:rPr sz="2400" u="heavy" spc="-5" dirty="0">
                <a:solidFill>
                  <a:srgbClr val="2D75B6"/>
                </a:solidFill>
                <a:uFill>
                  <a:solidFill>
                    <a:srgbClr val="2D75B6"/>
                  </a:solidFill>
                </a:uFill>
                <a:latin typeface="Times New Roman" panose="02020603050405020304" pitchFamily="18" charset="0"/>
                <a:cs typeface="Times New Roman" panose="02020603050405020304" pitchFamily="18" charset="0"/>
              </a:rPr>
              <a:t>查理</a:t>
            </a:r>
            <a:r>
              <a:rPr sz="2400" u="heavy" spc="-10" dirty="0">
                <a:solidFill>
                  <a:srgbClr val="2D75B6"/>
                </a:solidFill>
                <a:uFill>
                  <a:solidFill>
                    <a:srgbClr val="2D75B6"/>
                  </a:solidFill>
                </a:uFill>
                <a:latin typeface="Times New Roman" panose="02020603050405020304" pitchFamily="18" charset="0"/>
                <a:cs typeface="Times New Roman" panose="02020603050405020304" pitchFamily="18" charset="0"/>
              </a:rPr>
              <a:t>士·</a:t>
            </a:r>
            <a:r>
              <a:rPr sz="2400" u="heavy" spc="-5" dirty="0">
                <a:solidFill>
                  <a:srgbClr val="2D75B6"/>
                </a:solidFill>
                <a:uFill>
                  <a:solidFill>
                    <a:srgbClr val="2D75B6"/>
                  </a:solidFill>
                </a:uFill>
                <a:latin typeface="Times New Roman" panose="02020603050405020304" pitchFamily="18" charset="0"/>
                <a:cs typeface="Times New Roman" panose="02020603050405020304" pitchFamily="18" charset="0"/>
              </a:rPr>
              <a:t>巴赫</a:t>
            </a:r>
            <a:r>
              <a:rPr sz="2400" u="heavy" spc="490" dirty="0">
                <a:solidFill>
                  <a:srgbClr val="2D75B6"/>
                </a:solidFill>
                <a:uFill>
                  <a:solidFill>
                    <a:srgbClr val="2D75B6"/>
                  </a:solidFill>
                </a:uFill>
                <a:latin typeface="Times New Roman" panose="02020603050405020304" pitchFamily="18" charset="0"/>
                <a:cs typeface="Times New Roman" panose="02020603050405020304" pitchFamily="18" charset="0"/>
              </a:rPr>
              <a:t>曼</a:t>
            </a:r>
            <a:r>
              <a:rPr sz="2400" b="1" kern="0" dirty="0">
                <a:latin typeface="Times New Roman" panose="02020603050405020304" pitchFamily="18" charset="0"/>
                <a:ea typeface="+mj-ea"/>
                <a:cs typeface="Times New Roman" panose="02020603050405020304" pitchFamily="18" charset="0"/>
              </a:rPr>
              <a:t>Charles W. Bachman</a:t>
            </a:r>
            <a:r>
              <a:rPr sz="2400" spc="-5" dirty="0">
                <a:latin typeface="Times New Roman" panose="02020603050405020304" pitchFamily="18" charset="0"/>
                <a:cs typeface="Times New Roman" panose="02020603050405020304" pitchFamily="18" charset="0"/>
              </a:rPr>
              <a:t>:</a:t>
            </a:r>
            <a:r>
              <a:rPr sz="2400" spc="-15" dirty="0">
                <a:latin typeface="Times New Roman" panose="02020603050405020304" pitchFamily="18" charset="0"/>
                <a:cs typeface="Times New Roman" panose="02020603050405020304" pitchFamily="18" charset="0"/>
              </a:rPr>
              <a:t> </a:t>
            </a:r>
            <a:r>
              <a:rPr sz="2400" spc="85" dirty="0">
                <a:latin typeface="Times New Roman" panose="02020603050405020304" pitchFamily="18" charset="0"/>
                <a:cs typeface="Times New Roman" panose="02020603050405020304" pitchFamily="18" charset="0"/>
              </a:rPr>
              <a:t>“</a:t>
            </a:r>
            <a:r>
              <a:rPr sz="2400" spc="135" dirty="0">
                <a:latin typeface="Times New Roman" panose="02020603050405020304" pitchFamily="18" charset="0"/>
                <a:cs typeface="Times New Roman" panose="02020603050405020304" pitchFamily="18" charset="0"/>
              </a:rPr>
              <a:t>网状数据</a:t>
            </a:r>
            <a:r>
              <a:rPr sz="2400" spc="125" dirty="0">
                <a:latin typeface="Times New Roman" panose="02020603050405020304" pitchFamily="18" charset="0"/>
                <a:cs typeface="Times New Roman" panose="02020603050405020304" pitchFamily="18" charset="0"/>
              </a:rPr>
              <a:t>库</a:t>
            </a:r>
            <a:r>
              <a:rPr sz="2400" spc="-5" dirty="0">
                <a:latin typeface="Times New Roman" panose="02020603050405020304" pitchFamily="18" charset="0"/>
                <a:cs typeface="Times New Roman" panose="02020603050405020304" pitchFamily="18" charset="0"/>
              </a:rPr>
              <a:t>/</a:t>
            </a:r>
            <a:r>
              <a:rPr sz="2400" spc="-5" dirty="0" err="1">
                <a:latin typeface="Times New Roman" panose="02020603050405020304" pitchFamily="18" charset="0"/>
                <a:cs typeface="Times New Roman" panose="02020603050405020304" pitchFamily="18" charset="0"/>
              </a:rPr>
              <a:t>DBTG</a:t>
            </a:r>
            <a:r>
              <a:rPr sz="2400" spc="300" dirty="0" err="1">
                <a:latin typeface="Times New Roman" panose="02020603050405020304" pitchFamily="18" charset="0"/>
                <a:cs typeface="Times New Roman" panose="02020603050405020304" pitchFamily="18" charset="0"/>
              </a:rPr>
              <a:t>之父</a:t>
            </a:r>
            <a:r>
              <a:rPr sz="2400" spc="190" dirty="0">
                <a:latin typeface="Times New Roman" panose="02020603050405020304" pitchFamily="18" charset="0"/>
                <a:cs typeface="Times New Roman" panose="02020603050405020304" pitchFamily="18" charset="0"/>
              </a:rPr>
              <a:t>”</a:t>
            </a:r>
            <a:r>
              <a:rPr lang="zh-CN" altLang="en-US" sz="2400" spc="190" dirty="0">
                <a:latin typeface="Times New Roman" panose="02020603050405020304" pitchFamily="18" charset="0"/>
                <a:cs typeface="Times New Roman" panose="02020603050405020304" pitchFamily="18" charset="0"/>
              </a:rPr>
              <a:t>，推动与促成了数据库标注的制定；</a:t>
            </a:r>
            <a:endParaRPr sz="2400" dirty="0">
              <a:latin typeface="Times New Roman" panose="02020603050405020304" pitchFamily="18" charset="0"/>
              <a:cs typeface="Times New Roman" panose="02020603050405020304" pitchFamily="18" charset="0"/>
            </a:endParaRPr>
          </a:p>
          <a:p>
            <a:pPr marL="756285" lvl="1" indent="-287020">
              <a:lnSpc>
                <a:spcPct val="100000"/>
              </a:lnSpc>
              <a:spcBef>
                <a:spcPts val="930"/>
              </a:spcBef>
              <a:buClr>
                <a:srgbClr val="EC7C30"/>
              </a:buClr>
              <a:buSzPct val="79545"/>
              <a:buFont typeface="Wingdings"/>
              <a:buChar char=""/>
              <a:tabLst>
                <a:tab pos="756920" algn="l"/>
              </a:tabLst>
            </a:pPr>
            <a:r>
              <a:rPr sz="2400" spc="-5" dirty="0">
                <a:latin typeface="Times New Roman" panose="02020603050405020304" pitchFamily="18" charset="0"/>
                <a:cs typeface="Times New Roman" panose="02020603050405020304" pitchFamily="18" charset="0"/>
              </a:rPr>
              <a:t>1981</a:t>
            </a:r>
            <a:r>
              <a:rPr sz="2400" spc="-10" dirty="0">
                <a:latin typeface="Times New Roman" panose="02020603050405020304" pitchFamily="18" charset="0"/>
                <a:cs typeface="Times New Roman" panose="02020603050405020304" pitchFamily="18" charset="0"/>
              </a:rPr>
              <a:t>年，</a:t>
            </a:r>
            <a:r>
              <a:rPr sz="2400" u="heavy" spc="-5" dirty="0">
                <a:solidFill>
                  <a:srgbClr val="2D75B6"/>
                </a:solidFill>
                <a:uFill>
                  <a:solidFill>
                    <a:srgbClr val="2D75B6"/>
                  </a:solidFill>
                </a:uFill>
                <a:latin typeface="Times New Roman" panose="02020603050405020304" pitchFamily="18" charset="0"/>
                <a:cs typeface="Times New Roman" panose="02020603050405020304" pitchFamily="18" charset="0"/>
              </a:rPr>
              <a:t>埃德</a:t>
            </a:r>
            <a:r>
              <a:rPr sz="2400" u="heavy" spc="-15" dirty="0">
                <a:solidFill>
                  <a:srgbClr val="2D75B6"/>
                </a:solidFill>
                <a:uFill>
                  <a:solidFill>
                    <a:srgbClr val="2D75B6"/>
                  </a:solidFill>
                </a:uFill>
                <a:latin typeface="Times New Roman" panose="02020603050405020304" pitchFamily="18" charset="0"/>
                <a:cs typeface="Times New Roman" panose="02020603050405020304" pitchFamily="18" charset="0"/>
              </a:rPr>
              <a:t>加</a:t>
            </a:r>
            <a:r>
              <a:rPr sz="2400" u="heavy" spc="-5" dirty="0">
                <a:solidFill>
                  <a:srgbClr val="2D75B6"/>
                </a:solidFill>
                <a:uFill>
                  <a:solidFill>
                    <a:srgbClr val="2D75B6"/>
                  </a:solidFill>
                </a:uFill>
                <a:latin typeface="Times New Roman" panose="02020603050405020304" pitchFamily="18" charset="0"/>
                <a:cs typeface="Times New Roman" panose="02020603050405020304" pitchFamily="18" charset="0"/>
              </a:rPr>
              <a:t>·</a:t>
            </a:r>
            <a:r>
              <a:rPr sz="2400" u="heavy" spc="-15" dirty="0">
                <a:solidFill>
                  <a:srgbClr val="2D75B6"/>
                </a:solidFill>
                <a:uFill>
                  <a:solidFill>
                    <a:srgbClr val="2D75B6"/>
                  </a:solidFill>
                </a:uFill>
                <a:latin typeface="Times New Roman" panose="02020603050405020304" pitchFamily="18" charset="0"/>
                <a:cs typeface="Times New Roman" panose="02020603050405020304" pitchFamily="18" charset="0"/>
              </a:rPr>
              <a:t> </a:t>
            </a:r>
            <a:r>
              <a:rPr sz="2400" u="heavy" spc="-5" dirty="0">
                <a:solidFill>
                  <a:srgbClr val="2D75B6"/>
                </a:solidFill>
                <a:uFill>
                  <a:solidFill>
                    <a:srgbClr val="2D75B6"/>
                  </a:solidFill>
                </a:uFill>
                <a:latin typeface="Times New Roman" panose="02020603050405020304" pitchFamily="18" charset="0"/>
                <a:cs typeface="Times New Roman" panose="02020603050405020304" pitchFamily="18" charset="0"/>
              </a:rPr>
              <a:t>科</a:t>
            </a:r>
            <a:r>
              <a:rPr sz="2400" u="heavy" spc="-10" dirty="0">
                <a:solidFill>
                  <a:srgbClr val="2D75B6"/>
                </a:solidFill>
                <a:uFill>
                  <a:solidFill>
                    <a:srgbClr val="2D75B6"/>
                  </a:solidFill>
                </a:uFill>
                <a:latin typeface="Times New Roman" panose="02020603050405020304" pitchFamily="18" charset="0"/>
                <a:cs typeface="Times New Roman" panose="02020603050405020304" pitchFamily="18" charset="0"/>
              </a:rPr>
              <a:t>德</a:t>
            </a:r>
            <a:r>
              <a:rPr sz="2400" b="1" spc="-5" dirty="0">
                <a:latin typeface="Times New Roman" panose="02020603050405020304" pitchFamily="18" charset="0"/>
                <a:cs typeface="Times New Roman" panose="02020603050405020304" pitchFamily="18" charset="0"/>
              </a:rPr>
              <a:t>Edgar</a:t>
            </a:r>
            <a:r>
              <a:rPr sz="2400" b="1" spc="5"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F.</a:t>
            </a:r>
            <a:r>
              <a:rPr sz="2400" b="1" spc="5" dirty="0">
                <a:latin typeface="Times New Roman" panose="02020603050405020304" pitchFamily="18" charset="0"/>
                <a:cs typeface="Times New Roman" panose="02020603050405020304" pitchFamily="18" charset="0"/>
              </a:rPr>
              <a:t> </a:t>
            </a:r>
            <a:r>
              <a:rPr sz="2400" b="1" spc="25" dirty="0">
                <a:latin typeface="Times New Roman" panose="02020603050405020304" pitchFamily="18" charset="0"/>
                <a:cs typeface="Times New Roman" panose="02020603050405020304" pitchFamily="18" charset="0"/>
              </a:rPr>
              <a:t>Codd</a:t>
            </a:r>
            <a:r>
              <a:rPr sz="2400" spc="25" dirty="0">
                <a:latin typeface="Times New Roman" panose="02020603050405020304" pitchFamily="18" charset="0"/>
                <a:cs typeface="Times New Roman" panose="02020603050405020304" pitchFamily="18" charset="0"/>
              </a:rPr>
              <a:t>：“</a:t>
            </a:r>
            <a:r>
              <a:rPr sz="2400" spc="-5" dirty="0" err="1">
                <a:latin typeface="Times New Roman" panose="02020603050405020304" pitchFamily="18" charset="0"/>
                <a:cs typeface="Times New Roman" panose="02020603050405020304" pitchFamily="18" charset="0"/>
              </a:rPr>
              <a:t>关系数据库之</a:t>
            </a:r>
            <a:r>
              <a:rPr sz="2400" spc="-20" dirty="0" err="1">
                <a:latin typeface="Times New Roman" panose="02020603050405020304" pitchFamily="18" charset="0"/>
                <a:cs typeface="Times New Roman" panose="02020603050405020304" pitchFamily="18" charset="0"/>
              </a:rPr>
              <a:t>父</a:t>
            </a:r>
            <a:r>
              <a:rPr sz="2400" spc="185" dirty="0">
                <a:latin typeface="Times New Roman" panose="02020603050405020304" pitchFamily="18" charset="0"/>
                <a:cs typeface="Times New Roman" panose="02020603050405020304" pitchFamily="18" charset="0"/>
              </a:rPr>
              <a:t>”</a:t>
            </a:r>
            <a:r>
              <a:rPr lang="zh-CN" altLang="en-US" sz="2400" spc="185" dirty="0">
                <a:latin typeface="Times New Roman" panose="02020603050405020304" pitchFamily="18" charset="0"/>
                <a:cs typeface="Times New Roman" panose="02020603050405020304" pitchFamily="18" charset="0"/>
              </a:rPr>
              <a:t>，用关系的概念来建立数据模型，用以描述</a:t>
            </a:r>
            <a:r>
              <a:rPr lang="zh-CN" altLang="en-US" sz="2400" spc="185"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spc="185" dirty="0">
                <a:latin typeface="Times New Roman" panose="02020603050405020304" pitchFamily="18" charset="0"/>
                <a:cs typeface="Times New Roman" panose="02020603050405020304" pitchFamily="18" charset="0"/>
              </a:rPr>
              <a:t>设计和操纵数据库；</a:t>
            </a:r>
            <a:endParaRPr sz="2400" dirty="0">
              <a:latin typeface="Times New Roman" panose="02020603050405020304" pitchFamily="18" charset="0"/>
              <a:cs typeface="Times New Roman" panose="02020603050405020304" pitchFamily="18" charset="0"/>
            </a:endParaRPr>
          </a:p>
          <a:p>
            <a:pPr marL="756285" lvl="1" indent="-287020">
              <a:lnSpc>
                <a:spcPct val="100000"/>
              </a:lnSpc>
              <a:spcBef>
                <a:spcPts val="925"/>
              </a:spcBef>
              <a:buClr>
                <a:srgbClr val="EC7C30"/>
              </a:buClr>
              <a:buSzPct val="79545"/>
              <a:buFont typeface="Wingdings"/>
              <a:buChar char=""/>
              <a:tabLst>
                <a:tab pos="756920" algn="l"/>
              </a:tabLst>
            </a:pPr>
            <a:r>
              <a:rPr sz="2400" dirty="0">
                <a:latin typeface="Times New Roman" panose="02020603050405020304" pitchFamily="18" charset="0"/>
                <a:cs typeface="Times New Roman" panose="02020603050405020304" pitchFamily="18" charset="0"/>
              </a:rPr>
              <a:t>1998</a:t>
            </a:r>
            <a:r>
              <a:rPr sz="2400" spc="-5" dirty="0">
                <a:latin typeface="Times New Roman" panose="02020603050405020304" pitchFamily="18" charset="0"/>
                <a:cs typeface="Times New Roman" panose="02020603050405020304" pitchFamily="18" charset="0"/>
              </a:rPr>
              <a:t>年，</a:t>
            </a:r>
            <a:r>
              <a:rPr sz="2400" u="heavy" spc="-5" dirty="0">
                <a:solidFill>
                  <a:srgbClr val="0462C1"/>
                </a:solidFill>
                <a:uFill>
                  <a:solidFill>
                    <a:srgbClr val="0462C1"/>
                  </a:solidFill>
                </a:uFill>
                <a:latin typeface="Times New Roman" panose="02020603050405020304" pitchFamily="18" charset="0"/>
                <a:cs typeface="Times New Roman" panose="02020603050405020304" pitchFamily="18" charset="0"/>
                <a:hlinkClick r:id="rId3"/>
              </a:rPr>
              <a:t>詹姆</a:t>
            </a:r>
            <a:r>
              <a:rPr sz="2400" u="heavy" spc="-10" dirty="0">
                <a:solidFill>
                  <a:srgbClr val="0462C1"/>
                </a:solidFill>
                <a:uFill>
                  <a:solidFill>
                    <a:srgbClr val="0462C1"/>
                  </a:solidFill>
                </a:uFill>
                <a:latin typeface="Times New Roman" panose="02020603050405020304" pitchFamily="18" charset="0"/>
                <a:cs typeface="Times New Roman" panose="02020603050405020304" pitchFamily="18" charset="0"/>
                <a:hlinkClick r:id="rId3"/>
              </a:rPr>
              <a:t>斯·</a:t>
            </a:r>
            <a:r>
              <a:rPr sz="2400" u="heavy" spc="-5" dirty="0">
                <a:solidFill>
                  <a:srgbClr val="0462C1"/>
                </a:solidFill>
                <a:uFill>
                  <a:solidFill>
                    <a:srgbClr val="0462C1"/>
                  </a:solidFill>
                </a:uFill>
                <a:latin typeface="Times New Roman" panose="02020603050405020304" pitchFamily="18" charset="0"/>
                <a:cs typeface="Times New Roman" panose="02020603050405020304" pitchFamily="18" charset="0"/>
                <a:hlinkClick r:id="rId3"/>
              </a:rPr>
              <a:t>尼古</a:t>
            </a:r>
            <a:r>
              <a:rPr sz="2400" u="heavy" spc="-10" dirty="0">
                <a:solidFill>
                  <a:srgbClr val="0462C1"/>
                </a:solidFill>
                <a:uFill>
                  <a:solidFill>
                    <a:srgbClr val="0462C1"/>
                  </a:solidFill>
                </a:uFill>
                <a:latin typeface="Times New Roman" panose="02020603050405020304" pitchFamily="18" charset="0"/>
                <a:cs typeface="Times New Roman" panose="02020603050405020304" pitchFamily="18" charset="0"/>
                <a:hlinkClick r:id="rId3"/>
              </a:rPr>
              <a:t>拉·</a:t>
            </a:r>
            <a:r>
              <a:rPr sz="2400" u="heavy" spc="-5" dirty="0">
                <a:solidFill>
                  <a:srgbClr val="0462C1"/>
                </a:solidFill>
                <a:uFill>
                  <a:solidFill>
                    <a:srgbClr val="0462C1"/>
                  </a:solidFill>
                </a:uFill>
                <a:latin typeface="Times New Roman" panose="02020603050405020304" pitchFamily="18" charset="0"/>
                <a:cs typeface="Times New Roman" panose="02020603050405020304" pitchFamily="18" charset="0"/>
                <a:hlinkClick r:id="rId3"/>
              </a:rPr>
              <a:t>格</a:t>
            </a:r>
            <a:r>
              <a:rPr sz="2400" u="heavy" spc="-10" dirty="0">
                <a:solidFill>
                  <a:srgbClr val="0462C1"/>
                </a:solidFill>
                <a:uFill>
                  <a:solidFill>
                    <a:srgbClr val="0462C1"/>
                  </a:solidFill>
                </a:uFill>
                <a:latin typeface="Times New Roman" panose="02020603050405020304" pitchFamily="18" charset="0"/>
                <a:cs typeface="Times New Roman" panose="02020603050405020304" pitchFamily="18" charset="0"/>
                <a:hlinkClick r:id="rId3"/>
              </a:rPr>
              <a:t>雷</a:t>
            </a:r>
            <a:r>
              <a:rPr sz="2400" b="1" spc="-5" dirty="0">
                <a:latin typeface="Times New Roman" panose="02020603050405020304" pitchFamily="18" charset="0"/>
                <a:cs typeface="Times New Roman" panose="02020603050405020304" pitchFamily="18" charset="0"/>
              </a:rPr>
              <a:t>James</a:t>
            </a:r>
            <a:r>
              <a:rPr sz="2400" b="1" spc="25"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Gray</a:t>
            </a:r>
            <a:r>
              <a:rPr sz="2400" spc="-5" dirty="0">
                <a:latin typeface="Times New Roman" panose="02020603050405020304" pitchFamily="18" charset="0"/>
                <a:cs typeface="Times New Roman" panose="02020603050405020304" pitchFamily="18" charset="0"/>
              </a:rPr>
              <a:t>：</a:t>
            </a:r>
            <a:r>
              <a:rPr lang="zh-CN" altLang="en-US" sz="2400" spc="-5" dirty="0">
                <a:latin typeface="Times New Roman" panose="02020603050405020304" pitchFamily="18" charset="0"/>
                <a:cs typeface="Times New Roman" panose="02020603050405020304" pitchFamily="18" charset="0"/>
              </a:rPr>
              <a:t>在</a:t>
            </a:r>
            <a:r>
              <a:rPr sz="2400" spc="-5" dirty="0" err="1">
                <a:latin typeface="Times New Roman" panose="02020603050405020304" pitchFamily="18" charset="0"/>
                <a:cs typeface="Times New Roman" panose="02020603050405020304" pitchFamily="18" charset="0"/>
              </a:rPr>
              <a:t>数据库事务处理</a:t>
            </a:r>
            <a:r>
              <a:rPr lang="zh-CN" altLang="en-US" sz="2400" spc="-5" dirty="0">
                <a:latin typeface="Times New Roman" panose="02020603050405020304" pitchFamily="18" charset="0"/>
                <a:cs typeface="Times New Roman" panose="02020603050405020304" pitchFamily="18" charset="0"/>
              </a:rPr>
              <a:t>技术上做出来创造性思维和开拓性工作。</a:t>
            </a:r>
            <a:endParaRPr sz="2400" dirty="0">
              <a:latin typeface="Times New Roman" panose="02020603050405020304" pitchFamily="18" charset="0"/>
              <a:cs typeface="Times New Roman" panose="02020603050405020304" pitchFamily="18" charset="0"/>
            </a:endParaRPr>
          </a:p>
        </p:txBody>
      </p:sp>
      <p:sp>
        <p:nvSpPr>
          <p:cNvPr id="5" name="object 5"/>
          <p:cNvSpPr/>
          <p:nvPr/>
        </p:nvSpPr>
        <p:spPr>
          <a:xfrm>
            <a:off x="9851572" y="3830134"/>
            <a:ext cx="2235200" cy="2286000"/>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6864893" y="3830134"/>
            <a:ext cx="2882900" cy="2286000"/>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8269515" y="1405547"/>
            <a:ext cx="2409371" cy="2023453"/>
          </a:xfrm>
          <a:prstGeom prst="rect">
            <a:avLst/>
          </a:prstGeom>
          <a:blipFill>
            <a:blip r:embed="rId6"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12519742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351658" y="1009650"/>
            <a:ext cx="7239000" cy="101600"/>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993139" y="341757"/>
            <a:ext cx="5062220" cy="696595"/>
          </a:xfrm>
          <a:prstGeom prst="rect">
            <a:avLst/>
          </a:prstGeom>
        </p:spPr>
        <p:txBody>
          <a:bodyPr vert="horz" wrap="square" lIns="0" tIns="12700" rIns="0" bIns="0" rtlCol="0">
            <a:spAutoFit/>
          </a:bodyPr>
          <a:lstStyle/>
          <a:p>
            <a:pPr marL="12700">
              <a:lnSpc>
                <a:spcPct val="100000"/>
              </a:lnSpc>
              <a:spcBef>
                <a:spcPts val="100"/>
              </a:spcBef>
            </a:pPr>
            <a:r>
              <a:rPr sz="4400" b="0" dirty="0">
                <a:latin typeface="UKIJ CJK"/>
                <a:cs typeface="UKIJ CJK"/>
              </a:rPr>
              <a:t>数据库技术与图灵奖</a:t>
            </a:r>
            <a:endParaRPr sz="4400">
              <a:latin typeface="UKIJ CJK"/>
              <a:cs typeface="UKIJ CJK"/>
            </a:endParaRPr>
          </a:p>
        </p:txBody>
      </p:sp>
      <p:sp>
        <p:nvSpPr>
          <p:cNvPr id="4" name="object 4"/>
          <p:cNvSpPr txBox="1"/>
          <p:nvPr/>
        </p:nvSpPr>
        <p:spPr>
          <a:xfrm>
            <a:off x="502375" y="1480457"/>
            <a:ext cx="6304823" cy="4583114"/>
          </a:xfrm>
          <a:prstGeom prst="rect">
            <a:avLst/>
          </a:prstGeom>
        </p:spPr>
        <p:txBody>
          <a:bodyPr vert="horz" wrap="square" lIns="0" tIns="175895" rIns="0" bIns="0" rtlCol="0">
            <a:spAutoFit/>
          </a:bodyPr>
          <a:lstStyle/>
          <a:p>
            <a:pPr marL="355600" indent="-343535">
              <a:lnSpc>
                <a:spcPct val="100000"/>
              </a:lnSpc>
              <a:spcBef>
                <a:spcPts val="1385"/>
              </a:spcBef>
              <a:buClr>
                <a:srgbClr val="E7E6E6"/>
              </a:buClr>
              <a:buSzPct val="75000"/>
              <a:buFont typeface="Wingdings"/>
              <a:buChar char=""/>
              <a:tabLst>
                <a:tab pos="355600" algn="l"/>
                <a:tab pos="356235" algn="l"/>
              </a:tabLst>
            </a:pPr>
            <a:r>
              <a:rPr sz="3200" spc="5" dirty="0">
                <a:solidFill>
                  <a:srgbClr val="FF0000"/>
                </a:solidFill>
                <a:latin typeface="Droid Sans Fallback"/>
                <a:cs typeface="Droid Sans Fallback"/>
              </a:rPr>
              <a:t>图灵</a:t>
            </a:r>
            <a:r>
              <a:rPr sz="3200" dirty="0">
                <a:solidFill>
                  <a:srgbClr val="FF0000"/>
                </a:solidFill>
                <a:latin typeface="Droid Sans Fallback"/>
                <a:cs typeface="Droid Sans Fallback"/>
              </a:rPr>
              <a:t>奖</a:t>
            </a:r>
            <a:r>
              <a:rPr sz="3200" spc="-5" dirty="0">
                <a:latin typeface="Noto Sans CJK JP Black"/>
                <a:cs typeface="Noto Sans CJK JP Black"/>
              </a:rPr>
              <a:t>历史上</a:t>
            </a:r>
            <a:r>
              <a:rPr sz="3200" spc="-15" dirty="0">
                <a:latin typeface="Noto Sans CJK JP Black"/>
                <a:cs typeface="Noto Sans CJK JP Black"/>
              </a:rPr>
              <a:t>的</a:t>
            </a:r>
            <a:r>
              <a:rPr lang="en-US" sz="3200" spc="-10" dirty="0">
                <a:latin typeface="Carlito"/>
                <a:cs typeface="Carlito"/>
              </a:rPr>
              <a:t>5</a:t>
            </a:r>
            <a:r>
              <a:rPr sz="3200" spc="-5" dirty="0">
                <a:latin typeface="Noto Sans CJK JP Black"/>
                <a:cs typeface="Noto Sans CJK JP Black"/>
              </a:rPr>
              <a:t>位数据库专家：</a:t>
            </a:r>
            <a:endParaRPr sz="3200" dirty="0">
              <a:latin typeface="Noto Sans CJK JP Black"/>
              <a:cs typeface="Noto Sans CJK JP Black"/>
            </a:endParaRPr>
          </a:p>
          <a:p>
            <a:pPr marL="756285" marR="5080" lvl="1" indent="-287020">
              <a:lnSpc>
                <a:spcPct val="115100"/>
              </a:lnSpc>
              <a:spcBef>
                <a:spcPts val="525"/>
              </a:spcBef>
              <a:buClr>
                <a:srgbClr val="EC7C30"/>
              </a:buClr>
              <a:buSzPct val="79545"/>
              <a:buFont typeface="Wingdings"/>
              <a:buChar char=""/>
              <a:tabLst>
                <a:tab pos="756920" algn="l"/>
              </a:tabLst>
            </a:pPr>
            <a:r>
              <a:rPr sz="2400" dirty="0">
                <a:latin typeface="Times New Roman" panose="02020603050405020304" pitchFamily="18" charset="0"/>
                <a:cs typeface="Times New Roman" panose="02020603050405020304" pitchFamily="18" charset="0"/>
              </a:rPr>
              <a:t>2014</a:t>
            </a:r>
            <a:r>
              <a:rPr sz="2400" spc="-5" dirty="0">
                <a:latin typeface="Times New Roman" panose="02020603050405020304" pitchFamily="18" charset="0"/>
                <a:cs typeface="Times New Roman" panose="02020603050405020304" pitchFamily="18" charset="0"/>
              </a:rPr>
              <a:t>年</a:t>
            </a:r>
            <a:r>
              <a:rPr sz="2400" spc="-10" dirty="0">
                <a:latin typeface="Times New Roman" panose="02020603050405020304" pitchFamily="18" charset="0"/>
                <a:cs typeface="Times New Roman" panose="02020603050405020304" pitchFamily="18" charset="0"/>
              </a:rPr>
              <a:t>，</a:t>
            </a:r>
            <a:r>
              <a:rPr sz="2400" u="heavy" spc="-5" dirty="0">
                <a:solidFill>
                  <a:srgbClr val="0462C1"/>
                </a:solidFill>
                <a:uFill>
                  <a:solidFill>
                    <a:srgbClr val="0462C1"/>
                  </a:solidFill>
                </a:uFill>
                <a:latin typeface="Times New Roman" panose="02020603050405020304" pitchFamily="18" charset="0"/>
                <a:cs typeface="Times New Roman" panose="02020603050405020304" pitchFamily="18" charset="0"/>
                <a:hlinkClick r:id="rId3"/>
              </a:rPr>
              <a:t>迈克</a:t>
            </a:r>
            <a:r>
              <a:rPr sz="2400" u="heavy" spc="-10" dirty="0">
                <a:solidFill>
                  <a:srgbClr val="0462C1"/>
                </a:solidFill>
                <a:uFill>
                  <a:solidFill>
                    <a:srgbClr val="0462C1"/>
                  </a:solidFill>
                </a:uFill>
                <a:latin typeface="Times New Roman" panose="02020603050405020304" pitchFamily="18" charset="0"/>
                <a:cs typeface="Times New Roman" panose="02020603050405020304" pitchFamily="18" charset="0"/>
                <a:hlinkClick r:id="rId3"/>
              </a:rPr>
              <a:t>尔·</a:t>
            </a:r>
            <a:r>
              <a:rPr sz="2400" u="heavy" spc="-5" dirty="0">
                <a:solidFill>
                  <a:srgbClr val="0462C1"/>
                </a:solidFill>
                <a:uFill>
                  <a:solidFill>
                    <a:srgbClr val="0462C1"/>
                  </a:solidFill>
                </a:uFill>
                <a:latin typeface="Times New Roman" panose="02020603050405020304" pitchFamily="18" charset="0"/>
                <a:cs typeface="Times New Roman" panose="02020603050405020304" pitchFamily="18" charset="0"/>
                <a:hlinkClick r:id="rId3"/>
              </a:rPr>
              <a:t>斯通布雷</a:t>
            </a:r>
            <a:r>
              <a:rPr sz="2400" u="heavy" spc="-15" dirty="0">
                <a:solidFill>
                  <a:srgbClr val="0462C1"/>
                </a:solidFill>
                <a:uFill>
                  <a:solidFill>
                    <a:srgbClr val="0462C1"/>
                  </a:solidFill>
                </a:uFill>
                <a:latin typeface="Times New Roman" panose="02020603050405020304" pitchFamily="18" charset="0"/>
                <a:cs typeface="Times New Roman" panose="02020603050405020304" pitchFamily="18" charset="0"/>
                <a:hlinkClick r:id="rId3"/>
              </a:rPr>
              <a:t>克</a:t>
            </a:r>
            <a:r>
              <a:rPr sz="2400" b="1" spc="-10" dirty="0">
                <a:latin typeface="Times New Roman" panose="02020603050405020304" pitchFamily="18" charset="0"/>
                <a:cs typeface="Times New Roman" panose="02020603050405020304" pitchFamily="18" charset="0"/>
              </a:rPr>
              <a:t>Michael </a:t>
            </a:r>
            <a:r>
              <a:rPr sz="2400" b="1" spc="-5" dirty="0" err="1">
                <a:latin typeface="Times New Roman" panose="02020603050405020304" pitchFamily="18" charset="0"/>
                <a:cs typeface="Times New Roman" panose="02020603050405020304" pitchFamily="18" charset="0"/>
              </a:rPr>
              <a:t>Stonebraker</a:t>
            </a:r>
            <a:r>
              <a:rPr sz="2400" spc="-5" dirty="0">
                <a:latin typeface="Times New Roman" panose="02020603050405020304" pitchFamily="18" charset="0"/>
                <a:cs typeface="Times New Roman" panose="02020603050405020304" pitchFamily="18" charset="0"/>
              </a:rPr>
              <a:t>：</a:t>
            </a:r>
            <a:r>
              <a:rPr lang="zh-CN" altLang="en-US" sz="2400" spc="-5" dirty="0">
                <a:latin typeface="Times New Roman" panose="02020603050405020304" pitchFamily="18" charset="0"/>
                <a:cs typeface="Times New Roman" panose="02020603050405020304" pitchFamily="18" charset="0"/>
              </a:rPr>
              <a:t>不断设计、实现和推广新的数据库架构和管理技术，并在工业界和商业市场中取得了巨大成功，成为数据库系统架构先行者；</a:t>
            </a:r>
            <a:endParaRPr lang="en-US" sz="2400" spc="-5" dirty="0">
              <a:latin typeface="Times New Roman" panose="02020603050405020304" pitchFamily="18" charset="0"/>
              <a:cs typeface="Times New Roman" panose="02020603050405020304" pitchFamily="18" charset="0"/>
            </a:endParaRPr>
          </a:p>
          <a:p>
            <a:pPr marL="756285" marR="5080" lvl="1" indent="-287020">
              <a:lnSpc>
                <a:spcPct val="115100"/>
              </a:lnSpc>
              <a:spcBef>
                <a:spcPts val="525"/>
              </a:spcBef>
              <a:buClr>
                <a:srgbClr val="EC7C30"/>
              </a:buClr>
              <a:buSzPct val="79545"/>
              <a:buFont typeface="Wingdings"/>
              <a:buChar char=""/>
              <a:tabLst>
                <a:tab pos="756920" algn="l"/>
              </a:tabLst>
            </a:pPr>
            <a:r>
              <a:rPr lang="en-US" sz="2400" dirty="0">
                <a:latin typeface="Times New Roman" panose="02020603050405020304" pitchFamily="18" charset="0"/>
                <a:cs typeface="Times New Roman" panose="02020603050405020304" pitchFamily="18" charset="0"/>
              </a:rPr>
              <a:t>2020</a:t>
            </a:r>
            <a:r>
              <a:rPr lang="zh-CN" altLang="en-US" sz="2400" dirty="0">
                <a:latin typeface="Times New Roman" panose="02020603050405020304" pitchFamily="18" charset="0"/>
                <a:cs typeface="Times New Roman" panose="02020603050405020304" pitchFamily="18" charset="0"/>
              </a:rPr>
              <a:t>年，</a:t>
            </a:r>
            <a:r>
              <a:rPr lang="zh-CN" altLang="en-US" sz="2400" u="heavy" spc="-5" dirty="0">
                <a:solidFill>
                  <a:srgbClr val="0462C1"/>
                </a:solidFill>
                <a:uFill>
                  <a:solidFill>
                    <a:srgbClr val="0462C1"/>
                  </a:solidFill>
                </a:uFill>
                <a:latin typeface="Times New Roman" panose="02020603050405020304" pitchFamily="18" charset="0"/>
                <a:cs typeface="Times New Roman" panose="02020603050405020304" pitchFamily="18" charset="0"/>
              </a:rPr>
              <a:t>杰弗里</a:t>
            </a:r>
            <a:r>
              <a:rPr lang="en-US" altLang="zh-CN" sz="2400" u="heavy" spc="-5" dirty="0">
                <a:solidFill>
                  <a:srgbClr val="0462C1"/>
                </a:solidFill>
                <a:uFill>
                  <a:solidFill>
                    <a:srgbClr val="0462C1"/>
                  </a:solidFill>
                </a:uFill>
                <a:latin typeface="Times New Roman" panose="02020603050405020304" pitchFamily="18" charset="0"/>
                <a:cs typeface="Times New Roman" panose="02020603050405020304" pitchFamily="18" charset="0"/>
              </a:rPr>
              <a:t>.</a:t>
            </a:r>
            <a:r>
              <a:rPr lang="zh-CN" altLang="en-US" sz="2400" u="heavy" spc="-5" dirty="0">
                <a:solidFill>
                  <a:srgbClr val="0462C1"/>
                </a:solidFill>
                <a:uFill>
                  <a:solidFill>
                    <a:srgbClr val="0462C1"/>
                  </a:solidFill>
                </a:uFill>
                <a:latin typeface="Times New Roman" panose="02020603050405020304" pitchFamily="18" charset="0"/>
                <a:cs typeface="Times New Roman" panose="02020603050405020304" pitchFamily="18" charset="0"/>
              </a:rPr>
              <a:t>乌尔曼</a:t>
            </a:r>
            <a:r>
              <a:rPr lang="en-US" altLang="zh-CN" sz="2400" b="1" spc="-10" dirty="0">
                <a:latin typeface="Times New Roman" panose="02020603050405020304" pitchFamily="18" charset="0"/>
                <a:cs typeface="Times New Roman" panose="02020603050405020304" pitchFamily="18" charset="0"/>
              </a:rPr>
              <a:t>Jeffery D. Ullman:</a:t>
            </a:r>
            <a:r>
              <a:rPr lang="zh-CN" altLang="en-US" sz="2400" spc="-5" dirty="0">
                <a:latin typeface="Times New Roman" panose="02020603050405020304" pitchFamily="18" charset="0"/>
                <a:cs typeface="Times New Roman" panose="02020603050405020304" pitchFamily="18" charset="0"/>
              </a:rPr>
              <a:t>在数据库理论、数据库教育以及对数据科学的深刻见解，为数据库技术的发展做出了杰出贡献。</a:t>
            </a:r>
            <a:endParaRPr sz="2400" spc="-5" dirty="0">
              <a:latin typeface="Times New Roman" panose="02020603050405020304" pitchFamily="18" charset="0"/>
              <a:cs typeface="Times New Roman" panose="02020603050405020304" pitchFamily="18" charset="0"/>
            </a:endParaRPr>
          </a:p>
        </p:txBody>
      </p:sp>
      <p:sp>
        <p:nvSpPr>
          <p:cNvPr id="8" name="object 8"/>
          <p:cNvSpPr/>
          <p:nvPr/>
        </p:nvSpPr>
        <p:spPr>
          <a:xfrm>
            <a:off x="8149422" y="1480457"/>
            <a:ext cx="2674949" cy="2006212"/>
          </a:xfrm>
          <a:prstGeom prst="rect">
            <a:avLst/>
          </a:prstGeom>
          <a:blipFill>
            <a:blip r:embed="rId4" cstate="print"/>
            <a:stretch>
              <a:fillRect/>
            </a:stretch>
          </a:blipFill>
        </p:spPr>
        <p:txBody>
          <a:bodyPr wrap="square" lIns="0" tIns="0" rIns="0" bIns="0" rtlCol="0"/>
          <a:lstStyle/>
          <a:p>
            <a:endParaRPr/>
          </a:p>
        </p:txBody>
      </p:sp>
      <p:pic>
        <p:nvPicPr>
          <p:cNvPr id="1026" name="Picture 2" descr="杰弗里·戴维·乌尔曼">
            <a:extLst>
              <a:ext uri="{FF2B5EF4-FFF2-40B4-BE49-F238E27FC236}">
                <a16:creationId xmlns:a16="http://schemas.microsoft.com/office/drawing/2014/main" id="{387CADB0-CC7E-47DC-2322-2A8742753E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83491" y="3647233"/>
            <a:ext cx="2017533" cy="2774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64617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AB17482-6DF7-4F9A-8D87-D9C3B0521484}"/>
              </a:ext>
            </a:extLst>
          </p:cNvPr>
          <p:cNvSpPr>
            <a:spLocks noGrp="1"/>
          </p:cNvSpPr>
          <p:nvPr>
            <p:ph type="title"/>
          </p:nvPr>
        </p:nvSpPr>
        <p:spPr/>
        <p:txBody>
          <a:bodyPr/>
          <a:lstStyle/>
          <a:p>
            <a:r>
              <a:rPr lang="zh-CN" altLang="en-US" dirty="0"/>
              <a:t>课程基本情况</a:t>
            </a:r>
          </a:p>
        </p:txBody>
      </p:sp>
      <p:sp>
        <p:nvSpPr>
          <p:cNvPr id="3" name="灯片编号占位符 2">
            <a:extLst>
              <a:ext uri="{FF2B5EF4-FFF2-40B4-BE49-F238E27FC236}">
                <a16:creationId xmlns:a16="http://schemas.microsoft.com/office/drawing/2014/main" id="{D84F9E98-FE77-407E-8186-7B9150318300}"/>
              </a:ext>
            </a:extLst>
          </p:cNvPr>
          <p:cNvSpPr>
            <a:spLocks noGrp="1"/>
          </p:cNvSpPr>
          <p:nvPr>
            <p:ph type="sldNum" sz="quarter" idx="12"/>
          </p:nvPr>
        </p:nvSpPr>
        <p:spPr/>
        <p:txBody>
          <a:bodyPr/>
          <a:lstStyle/>
          <a:p>
            <a:fld id="{F210D295-9B15-4757-888B-4FDF115DEA16}" type="slidenum">
              <a:rPr lang="zh-CN" altLang="en-US" smtClean="0"/>
              <a:pPr/>
              <a:t>6</a:t>
            </a:fld>
            <a:endParaRPr lang="zh-CN" altLang="en-US"/>
          </a:p>
        </p:txBody>
      </p:sp>
    </p:spTree>
    <p:extLst>
      <p:ext uri="{BB962C8B-B14F-4D97-AF65-F5344CB8AC3E}">
        <p14:creationId xmlns:p14="http://schemas.microsoft.com/office/powerpoint/2010/main" val="1956600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9A8251-A7AB-484F-B884-09B513DF7CBE}"/>
              </a:ext>
            </a:extLst>
          </p:cNvPr>
          <p:cNvSpPr>
            <a:spLocks noGrp="1"/>
          </p:cNvSpPr>
          <p:nvPr>
            <p:ph type="title"/>
          </p:nvPr>
        </p:nvSpPr>
        <p:spPr/>
        <p:txBody>
          <a:bodyPr/>
          <a:lstStyle/>
          <a:p>
            <a:r>
              <a:rPr lang="zh-CN" altLang="en-US" dirty="0"/>
              <a:t>课程简介</a:t>
            </a:r>
          </a:p>
        </p:txBody>
      </p:sp>
      <p:sp>
        <p:nvSpPr>
          <p:cNvPr id="3" name="灯片编号占位符 2">
            <a:extLst>
              <a:ext uri="{FF2B5EF4-FFF2-40B4-BE49-F238E27FC236}">
                <a16:creationId xmlns:a16="http://schemas.microsoft.com/office/drawing/2014/main" id="{F19BADC0-8ABB-4171-86A7-5C3AB27E4D35}"/>
              </a:ext>
            </a:extLst>
          </p:cNvPr>
          <p:cNvSpPr>
            <a:spLocks noGrp="1"/>
          </p:cNvSpPr>
          <p:nvPr>
            <p:ph type="sldNum" sz="quarter" idx="12"/>
          </p:nvPr>
        </p:nvSpPr>
        <p:spPr/>
        <p:txBody>
          <a:bodyPr/>
          <a:lstStyle/>
          <a:p>
            <a:fld id="{F210D295-9B15-4757-888B-4FDF115DEA16}" type="slidenum">
              <a:rPr lang="zh-CN" altLang="en-US" smtClean="0"/>
              <a:pPr/>
              <a:t>7</a:t>
            </a:fld>
            <a:endParaRPr lang="zh-CN" altLang="en-US"/>
          </a:p>
        </p:txBody>
      </p:sp>
      <p:sp>
        <p:nvSpPr>
          <p:cNvPr id="4" name="内容占位符 3">
            <a:extLst>
              <a:ext uri="{FF2B5EF4-FFF2-40B4-BE49-F238E27FC236}">
                <a16:creationId xmlns:a16="http://schemas.microsoft.com/office/drawing/2014/main" id="{3F5083B2-7C20-4069-803C-CD2D046E2F8E}"/>
              </a:ext>
            </a:extLst>
          </p:cNvPr>
          <p:cNvSpPr>
            <a:spLocks noGrp="1"/>
          </p:cNvSpPr>
          <p:nvPr>
            <p:ph idx="1"/>
          </p:nvPr>
        </p:nvSpPr>
        <p:spPr>
          <a:xfrm>
            <a:off x="838200" y="1260040"/>
            <a:ext cx="7367337" cy="4910329"/>
          </a:xfrm>
        </p:spPr>
        <p:txBody>
          <a:bodyPr>
            <a:normAutofit lnSpcReduction="10000"/>
          </a:bodyPr>
          <a:lstStyle/>
          <a:p>
            <a:r>
              <a:rPr lang="zh-CN" altLang="en-US" dirty="0"/>
              <a:t>地位</a:t>
            </a:r>
            <a:endParaRPr lang="en-US" altLang="zh-CN" dirty="0"/>
          </a:p>
          <a:p>
            <a:pPr lvl="1"/>
            <a:r>
              <a:rPr lang="zh-CN" altLang="en-US" dirty="0"/>
              <a:t>计算机科学专业的一门</a:t>
            </a:r>
            <a:r>
              <a:rPr lang="zh-CN" altLang="en-US" b="1" dirty="0">
                <a:solidFill>
                  <a:srgbClr val="FF0000"/>
                </a:solidFill>
              </a:rPr>
              <a:t>核心课程</a:t>
            </a:r>
            <a:endParaRPr lang="en-US" altLang="zh-CN" b="1" dirty="0">
              <a:solidFill>
                <a:srgbClr val="FF0000"/>
              </a:solidFill>
            </a:endParaRPr>
          </a:p>
          <a:p>
            <a:pPr lvl="1"/>
            <a:r>
              <a:rPr lang="en-US" altLang="zh-CN" dirty="0"/>
              <a:t>IEEE/ACM</a:t>
            </a:r>
            <a:r>
              <a:rPr lang="zh-CN" altLang="en-US" dirty="0"/>
              <a:t>联合制定计算机科学课程规划</a:t>
            </a:r>
            <a:endParaRPr lang="en-US" altLang="zh-CN" dirty="0"/>
          </a:p>
          <a:p>
            <a:pPr lvl="1"/>
            <a:r>
              <a:rPr lang="en-US" altLang="zh-CN" dirty="0"/>
              <a:t>CS2008</a:t>
            </a:r>
            <a:r>
              <a:rPr lang="zh-CN" altLang="en-US" dirty="0"/>
              <a:t>提出了</a:t>
            </a:r>
            <a:r>
              <a:rPr lang="en-US" altLang="zh-CN" dirty="0"/>
              <a:t>14</a:t>
            </a:r>
            <a:r>
              <a:rPr lang="zh-CN" altLang="en-US" dirty="0"/>
              <a:t>个知识领域，以及</a:t>
            </a:r>
            <a:r>
              <a:rPr lang="en-US" altLang="zh-CN" dirty="0"/>
              <a:t>CS2013</a:t>
            </a:r>
            <a:r>
              <a:rPr lang="zh-CN" altLang="en-US" dirty="0"/>
              <a:t>提出了</a:t>
            </a:r>
            <a:r>
              <a:rPr lang="en-US" altLang="zh-CN" dirty="0"/>
              <a:t>18</a:t>
            </a:r>
            <a:r>
              <a:rPr lang="zh-CN" altLang="en-US" dirty="0"/>
              <a:t>个知识领域</a:t>
            </a:r>
            <a:endParaRPr lang="en-US" altLang="zh-CN" dirty="0"/>
          </a:p>
          <a:p>
            <a:pPr lvl="2"/>
            <a:r>
              <a:rPr lang="zh-CN" altLang="en-US" b="1" dirty="0"/>
              <a:t>“信息管理”都被定义为重要的知识领域</a:t>
            </a:r>
            <a:endParaRPr lang="en-US" altLang="zh-CN" b="1" dirty="0"/>
          </a:p>
          <a:p>
            <a:pPr lvl="2"/>
            <a:r>
              <a:rPr lang="zh-CN" altLang="en-US" b="1" dirty="0"/>
              <a:t>数据库系统都被定义为“信息管理”的核心</a:t>
            </a:r>
          </a:p>
          <a:p>
            <a:pPr lvl="1"/>
            <a:r>
              <a:rPr lang="zh-CN" altLang="en-US" dirty="0"/>
              <a:t>数据库系统是大部分院校研究生复试必考的两门课程之一（另一门是哪门课程？）</a:t>
            </a:r>
            <a:endParaRPr lang="zh-CN" altLang="en-US" b="1" dirty="0">
              <a:solidFill>
                <a:srgbClr val="FF0000"/>
              </a:solidFill>
            </a:endParaRPr>
          </a:p>
          <a:p>
            <a:r>
              <a:rPr lang="zh-CN" altLang="en-US" dirty="0"/>
              <a:t>先导课程</a:t>
            </a:r>
            <a:endParaRPr lang="en-US" altLang="zh-CN" dirty="0"/>
          </a:p>
        </p:txBody>
      </p:sp>
      <p:sp>
        <p:nvSpPr>
          <p:cNvPr id="5" name="矩形 4">
            <a:extLst>
              <a:ext uri="{FF2B5EF4-FFF2-40B4-BE49-F238E27FC236}">
                <a16:creationId xmlns:a16="http://schemas.microsoft.com/office/drawing/2014/main" id="{758A0272-BADD-4281-8B9C-6494B816BA3C}"/>
              </a:ext>
            </a:extLst>
          </p:cNvPr>
          <p:cNvSpPr/>
          <p:nvPr/>
        </p:nvSpPr>
        <p:spPr>
          <a:xfrm>
            <a:off x="2079171" y="1271821"/>
            <a:ext cx="6281058" cy="353943"/>
          </a:xfrm>
          <a:prstGeom prst="rect">
            <a:avLst/>
          </a:prstGeom>
          <a:ln w="38100">
            <a:solidFill>
              <a:srgbClr val="FF0000"/>
            </a:solidFill>
          </a:ln>
        </p:spPr>
        <p:txBody>
          <a:bodyPr wrap="square">
            <a:spAutoFit/>
          </a:bodyPr>
          <a:lstStyle/>
          <a:p>
            <a:r>
              <a:rPr lang="en-US" altLang="zh-CN" sz="1700" dirty="0">
                <a:latin typeface="微软雅黑" panose="020B0503020204020204" pitchFamily="34" charset="-122"/>
                <a:ea typeface="微软雅黑" panose="020B0503020204020204" pitchFamily="34" charset="-122"/>
              </a:rPr>
              <a:t>【52</a:t>
            </a:r>
            <a:r>
              <a:rPr lang="zh-CN" altLang="en-US" sz="1700" dirty="0">
                <a:latin typeface="微软雅黑" panose="020B0503020204020204" pitchFamily="34" charset="-122"/>
                <a:ea typeface="微软雅黑" panose="020B0503020204020204" pitchFamily="34" charset="-122"/>
              </a:rPr>
              <a:t>学时，</a:t>
            </a:r>
            <a:r>
              <a:rPr lang="en-US" altLang="zh-CN" sz="1700" dirty="0">
                <a:latin typeface="微软雅黑" panose="020B0503020204020204" pitchFamily="34" charset="-122"/>
                <a:ea typeface="微软雅黑" panose="020B0503020204020204" pitchFamily="34" charset="-122"/>
              </a:rPr>
              <a:t>44</a:t>
            </a:r>
            <a:r>
              <a:rPr lang="zh-CN" altLang="en-US" sz="1700" dirty="0">
                <a:latin typeface="微软雅黑" panose="020B0503020204020204" pitchFamily="34" charset="-122"/>
                <a:ea typeface="微软雅黑" panose="020B0503020204020204" pitchFamily="34" charset="-122"/>
              </a:rPr>
              <a:t>学时授课</a:t>
            </a:r>
            <a:r>
              <a:rPr lang="en-US" altLang="zh-CN" sz="1700" dirty="0">
                <a:latin typeface="微软雅黑" panose="020B0503020204020204" pitchFamily="34" charset="-122"/>
                <a:ea typeface="微软雅黑" panose="020B0503020204020204" pitchFamily="34" charset="-122"/>
              </a:rPr>
              <a:t>+8</a:t>
            </a:r>
            <a:r>
              <a:rPr lang="zh-CN" altLang="en-US" sz="1700" dirty="0">
                <a:latin typeface="微软雅黑" panose="020B0503020204020204" pitchFamily="34" charset="-122"/>
                <a:ea typeface="微软雅黑" panose="020B0503020204020204" pitchFamily="34" charset="-122"/>
              </a:rPr>
              <a:t>学时实验</a:t>
            </a:r>
            <a:r>
              <a:rPr lang="en-US" altLang="zh-CN" sz="1700" dirty="0">
                <a:latin typeface="微软雅黑" panose="020B0503020204020204" pitchFamily="34" charset="-122"/>
                <a:ea typeface="微软雅黑" panose="020B0503020204020204" pitchFamily="34" charset="-122"/>
              </a:rPr>
              <a:t>】</a:t>
            </a:r>
            <a:endParaRPr lang="zh-CN" altLang="en-US" sz="1700" dirty="0">
              <a:latin typeface="微软雅黑" panose="020B0503020204020204" pitchFamily="34" charset="-122"/>
              <a:ea typeface="微软雅黑" panose="020B0503020204020204" pitchFamily="34" charset="-122"/>
            </a:endParaRPr>
          </a:p>
        </p:txBody>
      </p:sp>
      <p:pic>
        <p:nvPicPr>
          <p:cNvPr id="192514" name="Picture 2"/>
          <p:cNvPicPr>
            <a:picLocks noChangeAspect="1" noChangeArrowheads="1"/>
          </p:cNvPicPr>
          <p:nvPr/>
        </p:nvPicPr>
        <p:blipFill>
          <a:blip r:embed="rId3" cstate="print"/>
          <a:srcRect/>
          <a:stretch>
            <a:fillRect/>
          </a:stretch>
        </p:blipFill>
        <p:spPr bwMode="auto">
          <a:xfrm>
            <a:off x="8567564" y="525448"/>
            <a:ext cx="3061070" cy="6013466"/>
          </a:xfrm>
          <a:prstGeom prst="rect">
            <a:avLst/>
          </a:prstGeom>
          <a:noFill/>
          <a:ln w="9525">
            <a:noFill/>
            <a:miter lim="800000"/>
            <a:headEnd/>
            <a:tailEnd/>
          </a:ln>
        </p:spPr>
      </p:pic>
      <p:sp>
        <p:nvSpPr>
          <p:cNvPr id="8" name="圆角矩形 7"/>
          <p:cNvSpPr/>
          <p:nvPr/>
        </p:nvSpPr>
        <p:spPr>
          <a:xfrm>
            <a:off x="8610600" y="3621316"/>
            <a:ext cx="2882423" cy="25399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Picture 2">
            <a:extLst>
              <a:ext uri="{FF2B5EF4-FFF2-40B4-BE49-F238E27FC236}">
                <a16:creationId xmlns:a16="http://schemas.microsoft.com/office/drawing/2014/main" id="{CFE1A56D-5C7B-6E0A-FF3C-7E4F28BE8FA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33564" y="5524069"/>
            <a:ext cx="926786" cy="1197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817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500"/>
                                        <p:tgtEl>
                                          <p:spTgt spid="4">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897907" y="1294544"/>
            <a:ext cx="10425463" cy="5238902"/>
          </a:xfrm>
          <a:custGeom>
            <a:avLst/>
            <a:gdLst>
              <a:gd name="connsiteX0" fmla="*/ 0 w 9144000"/>
              <a:gd name="connsiteY0" fmla="*/ 0 h 6845300"/>
              <a:gd name="connsiteX1" fmla="*/ 9143999 w 9144000"/>
              <a:gd name="connsiteY1" fmla="*/ 0 h 6845300"/>
              <a:gd name="connsiteX2" fmla="*/ 9143999 w 9144000"/>
              <a:gd name="connsiteY2" fmla="*/ 6845299 h 6845300"/>
              <a:gd name="connsiteX3" fmla="*/ 0 w 9144000"/>
              <a:gd name="connsiteY3" fmla="*/ 6845299 h 6845300"/>
              <a:gd name="connsiteX4" fmla="*/ 0 w 9144000"/>
              <a:gd name="connsiteY4" fmla="*/ 0 h 68453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6845300">
                <a:moveTo>
                  <a:pt x="0" y="0"/>
                </a:moveTo>
                <a:lnTo>
                  <a:pt x="9143999" y="0"/>
                </a:lnTo>
                <a:lnTo>
                  <a:pt x="9143999" y="6845299"/>
                </a:lnTo>
                <a:lnTo>
                  <a:pt x="0" y="68452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1"/>
          <p:cNvSpPr txBox="1"/>
          <p:nvPr/>
        </p:nvSpPr>
        <p:spPr>
          <a:xfrm>
            <a:off x="813269" y="1153258"/>
            <a:ext cx="5123197" cy="433965"/>
          </a:xfrm>
          <a:prstGeom prst="rect">
            <a:avLst/>
          </a:prstGeom>
          <a:noFill/>
        </p:spPr>
        <p:txBody>
          <a:bodyPr wrap="none" lIns="0" tIns="0" rIns="0" rtlCol="0">
            <a:spAutoFit/>
          </a:bodyPr>
          <a:lstStyle/>
          <a:p>
            <a:pPr marL="450850" indent="-450850">
              <a:lnSpc>
                <a:spcPct val="90000"/>
              </a:lnSpc>
              <a:spcBef>
                <a:spcPts val="1000"/>
              </a:spcBef>
              <a:buClr>
                <a:srgbClr val="00007D"/>
              </a:buClr>
              <a:buSzPct val="90000"/>
              <a:buFont typeface="Wingdings" panose="05000000000000000000" pitchFamily="2" charset="2"/>
              <a:buChar char="n"/>
            </a:pPr>
            <a:r>
              <a:rPr lang="zh-CN" altLang="en-US" sz="2800" dirty="0">
                <a:latin typeface="Arial" panose="020B0604020202020204" pitchFamily="34" charset="0"/>
                <a:ea typeface="微软雅黑" panose="020B0503020204020204" pitchFamily="34" charset="-122"/>
              </a:rPr>
              <a:t>数据库与其他课程之间的关系</a:t>
            </a:r>
            <a:endParaRPr lang="en-US" altLang="zh-CN" sz="2800" dirty="0">
              <a:latin typeface="Arial" panose="020B0604020202020204" pitchFamily="34" charset="0"/>
              <a:ea typeface="微软雅黑" panose="020B0503020204020204" pitchFamily="34" charset="-122"/>
            </a:endParaRPr>
          </a:p>
        </p:txBody>
      </p:sp>
      <p:grpSp>
        <p:nvGrpSpPr>
          <p:cNvPr id="42" name="Group 3"/>
          <p:cNvGrpSpPr>
            <a:grpSpLocks/>
          </p:cNvGrpSpPr>
          <p:nvPr/>
        </p:nvGrpSpPr>
        <p:grpSpPr bwMode="auto">
          <a:xfrm>
            <a:off x="1267745" y="3429334"/>
            <a:ext cx="1327150" cy="1119188"/>
            <a:chOff x="2568" y="3024"/>
            <a:chExt cx="723" cy="610"/>
          </a:xfrm>
        </p:grpSpPr>
        <p:sp>
          <p:nvSpPr>
            <p:cNvPr id="45" name="AutoShape 39"/>
            <p:cNvSpPr>
              <a:spLocks noChangeArrowheads="1"/>
            </p:cNvSpPr>
            <p:nvPr/>
          </p:nvSpPr>
          <p:spPr bwMode="gray">
            <a:xfrm>
              <a:off x="2568" y="3024"/>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headEnd/>
              <a:tailEnd/>
            </a:ln>
            <a:effectLst/>
          </p:spPr>
          <p:txBody>
            <a:bodyPr wrap="none" anchor="ctr"/>
            <a:lstStyle>
              <a:lvl1pPr algn="l">
                <a:defRPr kumimoji="1" sz="2400">
                  <a:solidFill>
                    <a:schemeClr val="tx1"/>
                  </a:solidFill>
                  <a:latin typeface="Times New Roman" panose="02020603050405020304" pitchFamily="18" charset="0"/>
                  <a:ea typeface="宋体" panose="02010600030101010101" pitchFamily="2" charset="-122"/>
                </a:defRPr>
              </a:lvl1pPr>
              <a:lvl2pPr marL="742950" indent="-285750" algn="l">
                <a:defRPr kumimoji="1" sz="2400">
                  <a:solidFill>
                    <a:schemeClr val="tx1"/>
                  </a:solidFill>
                  <a:latin typeface="Times New Roman" panose="02020603050405020304" pitchFamily="18" charset="0"/>
                  <a:ea typeface="宋体" panose="02010600030101010101" pitchFamily="2" charset="-122"/>
                </a:defRPr>
              </a:lvl2pPr>
              <a:lvl3pPr marL="1143000" indent="-228600" algn="l">
                <a:defRPr kumimoji="1" sz="2400">
                  <a:solidFill>
                    <a:schemeClr val="tx1"/>
                  </a:solidFill>
                  <a:latin typeface="Times New Roman" panose="02020603050405020304" pitchFamily="18" charset="0"/>
                  <a:ea typeface="宋体" panose="02010600030101010101" pitchFamily="2" charset="-122"/>
                </a:defRPr>
              </a:lvl3pPr>
              <a:lvl4pPr marL="1600200" indent="-228600" algn="l">
                <a:defRPr kumimoji="1" sz="2400">
                  <a:solidFill>
                    <a:schemeClr val="tx1"/>
                  </a:solidFill>
                  <a:latin typeface="Times New Roman" panose="02020603050405020304" pitchFamily="18" charset="0"/>
                  <a:ea typeface="宋体" panose="02010600030101010101" pitchFamily="2" charset="-122"/>
                </a:defRPr>
              </a:lvl4pPr>
              <a:lvl5pPr marL="2057400" indent="-228600" algn="l">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kumimoji="0" lang="zh-CN" altLang="zh-CN">
                <a:solidFill>
                  <a:srgbClr val="000000"/>
                </a:solidFill>
                <a:latin typeface="微软雅黑" panose="020B0503020204020204" pitchFamily="34" charset="-122"/>
                <a:ea typeface="微软雅黑" panose="020B0503020204020204" pitchFamily="34" charset="-122"/>
              </a:endParaRPr>
            </a:p>
          </p:txBody>
        </p:sp>
        <p:sp>
          <p:nvSpPr>
            <p:cNvPr id="46" name="Oval 40"/>
            <p:cNvSpPr>
              <a:spLocks noChangeArrowheads="1"/>
            </p:cNvSpPr>
            <p:nvPr/>
          </p:nvSpPr>
          <p:spPr bwMode="gray">
            <a:xfrm>
              <a:off x="2628" y="3074"/>
              <a:ext cx="603" cy="509"/>
            </a:xfrm>
            <a:prstGeom prst="ellipse">
              <a:avLst/>
            </a:prstGeom>
            <a:solidFill>
              <a:srgbClr val="333300"/>
            </a:solidFill>
            <a:ln w="28575" algn="ctr">
              <a:solidFill>
                <a:srgbClr val="FFFFFF"/>
              </a:solidFill>
              <a:round/>
              <a:headEnd/>
              <a:tailEnd/>
            </a:ln>
          </p:spPr>
          <p:txBody>
            <a:bodyPr wrap="none" anchor="ct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endParaRPr kumimoji="0" lang="zh-CN" altLang="zh-CN" sz="2400">
                <a:solidFill>
                  <a:srgbClr val="000000"/>
                </a:solidFill>
                <a:latin typeface="微软雅黑" panose="020B0503020204020204" pitchFamily="34" charset="-122"/>
                <a:ea typeface="微软雅黑" panose="020B0503020204020204" pitchFamily="34" charset="-122"/>
              </a:endParaRPr>
            </a:p>
          </p:txBody>
        </p:sp>
        <p:sp>
          <p:nvSpPr>
            <p:cNvPr id="47" name="Text Box 84"/>
            <p:cNvSpPr txBox="1">
              <a:spLocks noChangeArrowheads="1"/>
            </p:cNvSpPr>
            <p:nvPr/>
          </p:nvSpPr>
          <p:spPr bwMode="auto">
            <a:xfrm>
              <a:off x="2630" y="3108"/>
              <a:ext cx="598"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35000"/>
                </a:spcBef>
              </a:pPr>
              <a:r>
                <a:rPr kumimoji="0" lang="zh-CN" altLang="en-US" sz="2400">
                  <a:solidFill>
                    <a:srgbClr val="FFFFFF"/>
                  </a:solidFill>
                  <a:latin typeface="微软雅黑" panose="020B0503020204020204" pitchFamily="34" charset="-122"/>
                  <a:ea typeface="微软雅黑" panose="020B0503020204020204" pitchFamily="34" charset="-122"/>
                </a:rPr>
                <a:t>离散 数学</a:t>
              </a:r>
            </a:p>
          </p:txBody>
        </p:sp>
      </p:grpSp>
      <p:grpSp>
        <p:nvGrpSpPr>
          <p:cNvPr id="48" name="Group 7"/>
          <p:cNvGrpSpPr>
            <a:grpSpLocks/>
          </p:cNvGrpSpPr>
          <p:nvPr/>
        </p:nvGrpSpPr>
        <p:grpSpPr bwMode="auto">
          <a:xfrm>
            <a:off x="3488155" y="3429334"/>
            <a:ext cx="1327150" cy="1119188"/>
            <a:chOff x="2568" y="3024"/>
            <a:chExt cx="723" cy="610"/>
          </a:xfrm>
        </p:grpSpPr>
        <p:sp>
          <p:nvSpPr>
            <p:cNvPr id="49" name="AutoShape 39"/>
            <p:cNvSpPr>
              <a:spLocks noChangeArrowheads="1"/>
            </p:cNvSpPr>
            <p:nvPr/>
          </p:nvSpPr>
          <p:spPr bwMode="gray">
            <a:xfrm>
              <a:off x="2568" y="3024"/>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headEnd/>
              <a:tailEnd/>
            </a:ln>
            <a:effectLst/>
          </p:spPr>
          <p:txBody>
            <a:bodyPr wrap="none" anchor="ctr"/>
            <a:lstStyle>
              <a:lvl1pPr algn="l">
                <a:defRPr kumimoji="1" sz="2400">
                  <a:solidFill>
                    <a:schemeClr val="tx1"/>
                  </a:solidFill>
                  <a:latin typeface="Times New Roman" panose="02020603050405020304" pitchFamily="18" charset="0"/>
                  <a:ea typeface="宋体" panose="02010600030101010101" pitchFamily="2" charset="-122"/>
                </a:defRPr>
              </a:lvl1pPr>
              <a:lvl2pPr marL="742950" indent="-285750" algn="l">
                <a:defRPr kumimoji="1" sz="2400">
                  <a:solidFill>
                    <a:schemeClr val="tx1"/>
                  </a:solidFill>
                  <a:latin typeface="Times New Roman" panose="02020603050405020304" pitchFamily="18" charset="0"/>
                  <a:ea typeface="宋体" panose="02010600030101010101" pitchFamily="2" charset="-122"/>
                </a:defRPr>
              </a:lvl2pPr>
              <a:lvl3pPr marL="1143000" indent="-228600" algn="l">
                <a:defRPr kumimoji="1" sz="2400">
                  <a:solidFill>
                    <a:schemeClr val="tx1"/>
                  </a:solidFill>
                  <a:latin typeface="Times New Roman" panose="02020603050405020304" pitchFamily="18" charset="0"/>
                  <a:ea typeface="宋体" panose="02010600030101010101" pitchFamily="2" charset="-122"/>
                </a:defRPr>
              </a:lvl3pPr>
              <a:lvl4pPr marL="1600200" indent="-228600" algn="l">
                <a:defRPr kumimoji="1" sz="2400">
                  <a:solidFill>
                    <a:schemeClr val="tx1"/>
                  </a:solidFill>
                  <a:latin typeface="Times New Roman" panose="02020603050405020304" pitchFamily="18" charset="0"/>
                  <a:ea typeface="宋体" panose="02010600030101010101" pitchFamily="2" charset="-122"/>
                </a:defRPr>
              </a:lvl4pPr>
              <a:lvl5pPr marL="2057400" indent="-228600" algn="l">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kumimoji="0" lang="zh-CN" altLang="zh-CN">
                <a:solidFill>
                  <a:srgbClr val="000000"/>
                </a:solidFill>
                <a:latin typeface="微软雅黑" panose="020B0503020204020204" pitchFamily="34" charset="-122"/>
                <a:ea typeface="微软雅黑" panose="020B0503020204020204" pitchFamily="34" charset="-122"/>
              </a:endParaRPr>
            </a:p>
          </p:txBody>
        </p:sp>
        <p:sp>
          <p:nvSpPr>
            <p:cNvPr id="50" name="Oval 40"/>
            <p:cNvSpPr>
              <a:spLocks noChangeArrowheads="1"/>
            </p:cNvSpPr>
            <p:nvPr/>
          </p:nvSpPr>
          <p:spPr bwMode="gray">
            <a:xfrm>
              <a:off x="2628" y="3074"/>
              <a:ext cx="603" cy="509"/>
            </a:xfrm>
            <a:prstGeom prst="ellipse">
              <a:avLst/>
            </a:prstGeom>
            <a:solidFill>
              <a:srgbClr val="333300"/>
            </a:solidFill>
            <a:ln w="28575" algn="ctr">
              <a:solidFill>
                <a:srgbClr val="FFFFFF"/>
              </a:solidFill>
              <a:round/>
              <a:headEnd/>
              <a:tailEnd/>
            </a:ln>
          </p:spPr>
          <p:txBody>
            <a:bodyPr wrap="none" anchor="ct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endParaRPr kumimoji="0" lang="zh-CN" altLang="zh-CN" sz="2400">
                <a:solidFill>
                  <a:srgbClr val="000000"/>
                </a:solidFill>
                <a:latin typeface="微软雅黑" panose="020B0503020204020204" pitchFamily="34" charset="-122"/>
                <a:ea typeface="微软雅黑" panose="020B0503020204020204" pitchFamily="34" charset="-122"/>
              </a:endParaRPr>
            </a:p>
          </p:txBody>
        </p:sp>
        <p:sp>
          <p:nvSpPr>
            <p:cNvPr id="51" name="Text Box 84"/>
            <p:cNvSpPr txBox="1">
              <a:spLocks noChangeArrowheads="1"/>
            </p:cNvSpPr>
            <p:nvPr/>
          </p:nvSpPr>
          <p:spPr bwMode="auto">
            <a:xfrm>
              <a:off x="2630" y="3108"/>
              <a:ext cx="598"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35000"/>
                </a:spcBef>
              </a:pPr>
              <a:r>
                <a:rPr kumimoji="0" lang="zh-CN" altLang="en-US" sz="2400">
                  <a:solidFill>
                    <a:srgbClr val="FFFFFF"/>
                  </a:solidFill>
                  <a:latin typeface="微软雅黑" panose="020B0503020204020204" pitchFamily="34" charset="-122"/>
                  <a:ea typeface="微软雅黑" panose="020B0503020204020204" pitchFamily="34" charset="-122"/>
                </a:rPr>
                <a:t>数据 结构</a:t>
              </a:r>
            </a:p>
          </p:txBody>
        </p:sp>
      </p:grpSp>
      <p:grpSp>
        <p:nvGrpSpPr>
          <p:cNvPr id="52" name="Group 11"/>
          <p:cNvGrpSpPr>
            <a:grpSpLocks/>
          </p:cNvGrpSpPr>
          <p:nvPr/>
        </p:nvGrpSpPr>
        <p:grpSpPr bwMode="auto">
          <a:xfrm>
            <a:off x="6477418" y="3359485"/>
            <a:ext cx="1477962" cy="1247775"/>
            <a:chOff x="2568" y="3024"/>
            <a:chExt cx="723" cy="610"/>
          </a:xfrm>
        </p:grpSpPr>
        <p:sp>
          <p:nvSpPr>
            <p:cNvPr id="53" name="AutoShape 39"/>
            <p:cNvSpPr>
              <a:spLocks noChangeArrowheads="1"/>
            </p:cNvSpPr>
            <p:nvPr/>
          </p:nvSpPr>
          <p:spPr bwMode="gray">
            <a:xfrm>
              <a:off x="2568" y="3024"/>
              <a:ext cx="723" cy="61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67 w 21600"/>
                <a:gd name="T25" fmla="*/ 3151 h 21600"/>
                <a:gd name="T26" fmla="*/ 18433 w 21600"/>
                <a:gd name="T27" fmla="*/ 18449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0000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54" name="Oval 40"/>
            <p:cNvSpPr>
              <a:spLocks noChangeArrowheads="1"/>
            </p:cNvSpPr>
            <p:nvPr/>
          </p:nvSpPr>
          <p:spPr bwMode="gray">
            <a:xfrm>
              <a:off x="2628" y="3074"/>
              <a:ext cx="603" cy="509"/>
            </a:xfrm>
            <a:prstGeom prst="ellipse">
              <a:avLst/>
            </a:prstGeom>
            <a:solidFill>
              <a:srgbClr val="CC0000"/>
            </a:solidFill>
            <a:ln w="28575" algn="ctr">
              <a:solidFill>
                <a:srgbClr val="FFFFFF"/>
              </a:solidFill>
              <a:round/>
              <a:headEnd/>
              <a:tailEnd/>
            </a:ln>
          </p:spPr>
          <p:txBody>
            <a:bodyPr wrap="none" anchor="ct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endParaRPr kumimoji="0" lang="zh-CN" altLang="zh-CN" sz="2400">
                <a:solidFill>
                  <a:srgbClr val="000000"/>
                </a:solidFill>
                <a:latin typeface="微软雅黑" panose="020B0503020204020204" pitchFamily="34" charset="-122"/>
                <a:ea typeface="微软雅黑" panose="020B0503020204020204" pitchFamily="34" charset="-122"/>
              </a:endParaRPr>
            </a:p>
          </p:txBody>
        </p:sp>
        <p:sp>
          <p:nvSpPr>
            <p:cNvPr id="55" name="Text Box 84"/>
            <p:cNvSpPr txBox="1">
              <a:spLocks noChangeArrowheads="1"/>
            </p:cNvSpPr>
            <p:nvPr/>
          </p:nvSpPr>
          <p:spPr bwMode="auto">
            <a:xfrm>
              <a:off x="2630" y="3128"/>
              <a:ext cx="598"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35000"/>
                </a:spcBef>
              </a:pPr>
              <a:r>
                <a:rPr kumimoji="0" lang="zh-CN" altLang="en-US" sz="2400" dirty="0">
                  <a:solidFill>
                    <a:srgbClr val="FFFFFF"/>
                  </a:solidFill>
                  <a:latin typeface="微软雅黑" panose="020B0503020204020204" pitchFamily="34" charset="-122"/>
                  <a:ea typeface="微软雅黑" panose="020B0503020204020204" pitchFamily="34" charset="-122"/>
                </a:rPr>
                <a:t>数据库系统</a:t>
              </a:r>
            </a:p>
          </p:txBody>
        </p:sp>
      </p:grpSp>
      <p:grpSp>
        <p:nvGrpSpPr>
          <p:cNvPr id="56" name="Group 19"/>
          <p:cNvGrpSpPr>
            <a:grpSpLocks/>
          </p:cNvGrpSpPr>
          <p:nvPr/>
        </p:nvGrpSpPr>
        <p:grpSpPr bwMode="auto">
          <a:xfrm>
            <a:off x="9268243" y="3422984"/>
            <a:ext cx="1327150" cy="1119188"/>
            <a:chOff x="2568" y="3024"/>
            <a:chExt cx="723" cy="610"/>
          </a:xfrm>
        </p:grpSpPr>
        <p:sp>
          <p:nvSpPr>
            <p:cNvPr id="57" name="AutoShape 39"/>
            <p:cNvSpPr>
              <a:spLocks noChangeArrowheads="1"/>
            </p:cNvSpPr>
            <p:nvPr/>
          </p:nvSpPr>
          <p:spPr bwMode="gray">
            <a:xfrm>
              <a:off x="2568" y="3024"/>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headEnd/>
              <a:tailEnd/>
            </a:ln>
            <a:effectLst/>
          </p:spPr>
          <p:txBody>
            <a:bodyPr wrap="none" anchor="ctr"/>
            <a:lstStyle>
              <a:lvl1pPr algn="l">
                <a:defRPr kumimoji="1" sz="2400">
                  <a:solidFill>
                    <a:schemeClr val="tx1"/>
                  </a:solidFill>
                  <a:latin typeface="Times New Roman" panose="02020603050405020304" pitchFamily="18" charset="0"/>
                  <a:ea typeface="宋体" panose="02010600030101010101" pitchFamily="2" charset="-122"/>
                </a:defRPr>
              </a:lvl1pPr>
              <a:lvl2pPr marL="742950" indent="-285750" algn="l">
                <a:defRPr kumimoji="1" sz="2400">
                  <a:solidFill>
                    <a:schemeClr val="tx1"/>
                  </a:solidFill>
                  <a:latin typeface="Times New Roman" panose="02020603050405020304" pitchFamily="18" charset="0"/>
                  <a:ea typeface="宋体" panose="02010600030101010101" pitchFamily="2" charset="-122"/>
                </a:defRPr>
              </a:lvl2pPr>
              <a:lvl3pPr marL="1143000" indent="-228600" algn="l">
                <a:defRPr kumimoji="1" sz="2400">
                  <a:solidFill>
                    <a:schemeClr val="tx1"/>
                  </a:solidFill>
                  <a:latin typeface="Times New Roman" panose="02020603050405020304" pitchFamily="18" charset="0"/>
                  <a:ea typeface="宋体" panose="02010600030101010101" pitchFamily="2" charset="-122"/>
                </a:defRPr>
              </a:lvl3pPr>
              <a:lvl4pPr marL="1600200" indent="-228600" algn="l">
                <a:defRPr kumimoji="1" sz="2400">
                  <a:solidFill>
                    <a:schemeClr val="tx1"/>
                  </a:solidFill>
                  <a:latin typeface="Times New Roman" panose="02020603050405020304" pitchFamily="18" charset="0"/>
                  <a:ea typeface="宋体" panose="02010600030101010101" pitchFamily="2" charset="-122"/>
                </a:defRPr>
              </a:lvl4pPr>
              <a:lvl5pPr marL="2057400" indent="-228600" algn="l">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kumimoji="0" lang="zh-CN" altLang="zh-CN">
                <a:solidFill>
                  <a:srgbClr val="000000"/>
                </a:solidFill>
                <a:latin typeface="微软雅黑" panose="020B0503020204020204" pitchFamily="34" charset="-122"/>
                <a:ea typeface="微软雅黑" panose="020B0503020204020204" pitchFamily="34" charset="-122"/>
              </a:endParaRPr>
            </a:p>
          </p:txBody>
        </p:sp>
        <p:sp>
          <p:nvSpPr>
            <p:cNvPr id="58" name="Oval 40"/>
            <p:cNvSpPr>
              <a:spLocks noChangeArrowheads="1"/>
            </p:cNvSpPr>
            <p:nvPr/>
          </p:nvSpPr>
          <p:spPr bwMode="gray">
            <a:xfrm>
              <a:off x="2628" y="3074"/>
              <a:ext cx="603" cy="509"/>
            </a:xfrm>
            <a:prstGeom prst="ellipse">
              <a:avLst/>
            </a:prstGeom>
            <a:solidFill>
              <a:srgbClr val="333300"/>
            </a:solidFill>
            <a:ln w="28575" algn="ctr">
              <a:solidFill>
                <a:srgbClr val="FFFFFF"/>
              </a:solidFill>
              <a:round/>
              <a:headEnd/>
              <a:tailEnd/>
            </a:ln>
          </p:spPr>
          <p:txBody>
            <a:bodyPr wrap="none" anchor="ct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endParaRPr kumimoji="0" lang="zh-CN" altLang="zh-CN" sz="2400">
                <a:solidFill>
                  <a:srgbClr val="000000"/>
                </a:solidFill>
                <a:latin typeface="微软雅黑" panose="020B0503020204020204" pitchFamily="34" charset="-122"/>
                <a:ea typeface="微软雅黑" panose="020B0503020204020204" pitchFamily="34" charset="-122"/>
              </a:endParaRPr>
            </a:p>
          </p:txBody>
        </p:sp>
        <p:sp>
          <p:nvSpPr>
            <p:cNvPr id="59" name="Text Box 84"/>
            <p:cNvSpPr txBox="1">
              <a:spLocks noChangeArrowheads="1"/>
            </p:cNvSpPr>
            <p:nvPr/>
          </p:nvSpPr>
          <p:spPr bwMode="auto">
            <a:xfrm>
              <a:off x="2630" y="3108"/>
              <a:ext cx="598"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35000"/>
                </a:spcBef>
              </a:pPr>
              <a:r>
                <a:rPr kumimoji="0" lang="zh-CN" altLang="en-US" sz="2400">
                  <a:solidFill>
                    <a:srgbClr val="FFFFFF"/>
                  </a:solidFill>
                  <a:latin typeface="微软雅黑" panose="020B0503020204020204" pitchFamily="34" charset="-122"/>
                  <a:ea typeface="微软雅黑" panose="020B0503020204020204" pitchFamily="34" charset="-122"/>
                </a:rPr>
                <a:t>软件 工程</a:t>
              </a:r>
            </a:p>
          </p:txBody>
        </p:sp>
      </p:grpSp>
      <p:grpSp>
        <p:nvGrpSpPr>
          <p:cNvPr id="60" name="Group 23"/>
          <p:cNvGrpSpPr>
            <a:grpSpLocks/>
          </p:cNvGrpSpPr>
          <p:nvPr/>
        </p:nvGrpSpPr>
        <p:grpSpPr bwMode="auto">
          <a:xfrm>
            <a:off x="6564730" y="5618498"/>
            <a:ext cx="1327150" cy="1119187"/>
            <a:chOff x="2568" y="3024"/>
            <a:chExt cx="723" cy="610"/>
          </a:xfrm>
        </p:grpSpPr>
        <p:sp>
          <p:nvSpPr>
            <p:cNvPr id="61" name="AutoShape 39"/>
            <p:cNvSpPr>
              <a:spLocks noChangeArrowheads="1"/>
            </p:cNvSpPr>
            <p:nvPr/>
          </p:nvSpPr>
          <p:spPr bwMode="gray">
            <a:xfrm>
              <a:off x="2568" y="3024"/>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headEnd/>
              <a:tailEnd/>
            </a:ln>
            <a:effectLst/>
          </p:spPr>
          <p:txBody>
            <a:bodyPr wrap="none" anchor="ctr"/>
            <a:lstStyle>
              <a:lvl1pPr algn="l">
                <a:defRPr kumimoji="1" sz="2400">
                  <a:solidFill>
                    <a:schemeClr val="tx1"/>
                  </a:solidFill>
                  <a:latin typeface="Times New Roman" panose="02020603050405020304" pitchFamily="18" charset="0"/>
                  <a:ea typeface="宋体" panose="02010600030101010101" pitchFamily="2" charset="-122"/>
                </a:defRPr>
              </a:lvl1pPr>
              <a:lvl2pPr marL="742950" indent="-285750" algn="l">
                <a:defRPr kumimoji="1" sz="2400">
                  <a:solidFill>
                    <a:schemeClr val="tx1"/>
                  </a:solidFill>
                  <a:latin typeface="Times New Roman" panose="02020603050405020304" pitchFamily="18" charset="0"/>
                  <a:ea typeface="宋体" panose="02010600030101010101" pitchFamily="2" charset="-122"/>
                </a:defRPr>
              </a:lvl2pPr>
              <a:lvl3pPr marL="1143000" indent="-228600" algn="l">
                <a:defRPr kumimoji="1" sz="2400">
                  <a:solidFill>
                    <a:schemeClr val="tx1"/>
                  </a:solidFill>
                  <a:latin typeface="Times New Roman" panose="02020603050405020304" pitchFamily="18" charset="0"/>
                  <a:ea typeface="宋体" panose="02010600030101010101" pitchFamily="2" charset="-122"/>
                </a:defRPr>
              </a:lvl3pPr>
              <a:lvl4pPr marL="1600200" indent="-228600" algn="l">
                <a:defRPr kumimoji="1" sz="2400">
                  <a:solidFill>
                    <a:schemeClr val="tx1"/>
                  </a:solidFill>
                  <a:latin typeface="Times New Roman" panose="02020603050405020304" pitchFamily="18" charset="0"/>
                  <a:ea typeface="宋体" panose="02010600030101010101" pitchFamily="2" charset="-122"/>
                </a:defRPr>
              </a:lvl4pPr>
              <a:lvl5pPr marL="2057400" indent="-228600" algn="l">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kumimoji="0" lang="zh-CN" altLang="zh-CN">
                <a:solidFill>
                  <a:srgbClr val="000000"/>
                </a:solidFill>
                <a:latin typeface="微软雅黑" panose="020B0503020204020204" pitchFamily="34" charset="-122"/>
                <a:ea typeface="微软雅黑" panose="020B0503020204020204" pitchFamily="34" charset="-122"/>
              </a:endParaRPr>
            </a:p>
          </p:txBody>
        </p:sp>
        <p:sp>
          <p:nvSpPr>
            <p:cNvPr id="62" name="Oval 40"/>
            <p:cNvSpPr>
              <a:spLocks noChangeArrowheads="1"/>
            </p:cNvSpPr>
            <p:nvPr/>
          </p:nvSpPr>
          <p:spPr bwMode="gray">
            <a:xfrm>
              <a:off x="2628" y="3074"/>
              <a:ext cx="603" cy="509"/>
            </a:xfrm>
            <a:prstGeom prst="ellipse">
              <a:avLst/>
            </a:prstGeom>
            <a:solidFill>
              <a:srgbClr val="333300"/>
            </a:solidFill>
            <a:ln w="28575" algn="ctr">
              <a:solidFill>
                <a:srgbClr val="FFFFFF"/>
              </a:solidFill>
              <a:round/>
              <a:headEnd/>
              <a:tailEnd/>
            </a:ln>
          </p:spPr>
          <p:txBody>
            <a:bodyPr wrap="none" anchor="ct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endParaRPr kumimoji="0" lang="zh-CN" altLang="zh-CN" sz="2400">
                <a:solidFill>
                  <a:srgbClr val="000000"/>
                </a:solidFill>
                <a:latin typeface="微软雅黑" panose="020B0503020204020204" pitchFamily="34" charset="-122"/>
                <a:ea typeface="微软雅黑" panose="020B0503020204020204" pitchFamily="34" charset="-122"/>
              </a:endParaRPr>
            </a:p>
          </p:txBody>
        </p:sp>
        <p:sp>
          <p:nvSpPr>
            <p:cNvPr id="63" name="Text Box 84"/>
            <p:cNvSpPr txBox="1">
              <a:spLocks noChangeArrowheads="1"/>
            </p:cNvSpPr>
            <p:nvPr/>
          </p:nvSpPr>
          <p:spPr bwMode="auto">
            <a:xfrm>
              <a:off x="2630" y="3108"/>
              <a:ext cx="598"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35000"/>
                </a:spcBef>
              </a:pPr>
              <a:r>
                <a:rPr kumimoji="0" lang="zh-CN" altLang="en-US" sz="2400">
                  <a:solidFill>
                    <a:srgbClr val="FFFFFF"/>
                  </a:solidFill>
                  <a:latin typeface="微软雅黑" panose="020B0503020204020204" pitchFamily="34" charset="-122"/>
                  <a:ea typeface="微软雅黑" panose="020B0503020204020204" pitchFamily="34" charset="-122"/>
                </a:rPr>
                <a:t>操作 系统</a:t>
              </a:r>
            </a:p>
          </p:txBody>
        </p:sp>
      </p:grpSp>
      <p:sp>
        <p:nvSpPr>
          <p:cNvPr id="64" name="Line 27"/>
          <p:cNvSpPr>
            <a:spLocks noChangeShapeType="1"/>
          </p:cNvSpPr>
          <p:nvPr/>
        </p:nvSpPr>
        <p:spPr bwMode="auto">
          <a:xfrm>
            <a:off x="2496713" y="4000226"/>
            <a:ext cx="1047187" cy="0"/>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65" name="Line 28"/>
          <p:cNvSpPr>
            <a:spLocks noChangeShapeType="1"/>
          </p:cNvSpPr>
          <p:nvPr/>
        </p:nvSpPr>
        <p:spPr bwMode="auto">
          <a:xfrm>
            <a:off x="4750219" y="3973848"/>
            <a:ext cx="1709737" cy="1587"/>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6" name="Line 29"/>
          <p:cNvSpPr>
            <a:spLocks noChangeShapeType="1"/>
          </p:cNvSpPr>
          <p:nvPr/>
        </p:nvSpPr>
        <p:spPr bwMode="auto">
          <a:xfrm>
            <a:off x="7887119" y="3951622"/>
            <a:ext cx="1425575" cy="0"/>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7" name="Rectangle 30"/>
          <p:cNvSpPr>
            <a:spLocks noChangeArrowheads="1"/>
          </p:cNvSpPr>
          <p:nvPr/>
        </p:nvSpPr>
        <p:spPr bwMode="auto">
          <a:xfrm>
            <a:off x="4162844" y="2827673"/>
            <a:ext cx="13620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微软雅黑" panose="020B0503020204020204" pitchFamily="34" charset="-122"/>
                <a:ea typeface="微软雅黑" panose="020B0503020204020204" pitchFamily="34" charset="-122"/>
              </a:rPr>
              <a:t>内存中数据的快速操作</a:t>
            </a:r>
          </a:p>
        </p:txBody>
      </p:sp>
      <p:sp>
        <p:nvSpPr>
          <p:cNvPr id="68" name="Rectangle 31"/>
          <p:cNvSpPr>
            <a:spLocks noChangeArrowheads="1"/>
          </p:cNvSpPr>
          <p:nvPr/>
        </p:nvSpPr>
        <p:spPr bwMode="auto">
          <a:xfrm>
            <a:off x="5915443" y="5248610"/>
            <a:ext cx="1058862"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微软雅黑" panose="020B0503020204020204" pitchFamily="34" charset="-122"/>
                <a:ea typeface="微软雅黑" panose="020B0503020204020204" pitchFamily="34" charset="-122"/>
              </a:rPr>
              <a:t>文件操作</a:t>
            </a:r>
          </a:p>
          <a:p>
            <a:pPr algn="ctr" eaLnBrk="1" hangingPunct="1"/>
            <a:r>
              <a:rPr lang="zh-CN" altLang="en-US" sz="1600">
                <a:latin typeface="微软雅黑" panose="020B0503020204020204" pitchFamily="34" charset="-122"/>
                <a:ea typeface="微软雅黑" panose="020B0503020204020204" pitchFamily="34" charset="-122"/>
              </a:rPr>
              <a:t>内存管理</a:t>
            </a:r>
          </a:p>
        </p:txBody>
      </p:sp>
      <p:sp>
        <p:nvSpPr>
          <p:cNvPr id="69" name="Rectangle 32"/>
          <p:cNvSpPr>
            <a:spLocks noChangeArrowheads="1"/>
          </p:cNvSpPr>
          <p:nvPr/>
        </p:nvSpPr>
        <p:spPr bwMode="auto">
          <a:xfrm>
            <a:off x="8636419" y="4473910"/>
            <a:ext cx="134778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lang="zh-CN" altLang="en-US" sz="1600">
                <a:latin typeface="微软雅黑" panose="020B0503020204020204" pitchFamily="34" charset="-122"/>
                <a:ea typeface="微软雅黑" panose="020B0503020204020204" pitchFamily="34" charset="-122"/>
              </a:rPr>
              <a:t>其他方面的设计与实现</a:t>
            </a:r>
          </a:p>
        </p:txBody>
      </p:sp>
      <p:sp>
        <p:nvSpPr>
          <p:cNvPr id="70" name="Rectangle 33"/>
          <p:cNvSpPr>
            <a:spLocks noChangeArrowheads="1"/>
          </p:cNvSpPr>
          <p:nvPr/>
        </p:nvSpPr>
        <p:spPr bwMode="auto">
          <a:xfrm>
            <a:off x="7564856" y="4461210"/>
            <a:ext cx="101441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CC0000"/>
                </a:solidFill>
                <a:latin typeface="微软雅黑" panose="020B0503020204020204" pitchFamily="34" charset="-122"/>
                <a:ea typeface="微软雅黑" panose="020B0503020204020204" pitchFamily="34" charset="-122"/>
              </a:rPr>
              <a:t>数据库设计与实现</a:t>
            </a:r>
          </a:p>
        </p:txBody>
      </p:sp>
      <p:sp>
        <p:nvSpPr>
          <p:cNvPr id="71" name="Rectangle 34"/>
          <p:cNvSpPr>
            <a:spLocks noChangeArrowheads="1"/>
          </p:cNvSpPr>
          <p:nvPr/>
        </p:nvSpPr>
        <p:spPr bwMode="auto">
          <a:xfrm>
            <a:off x="7477543" y="2125997"/>
            <a:ext cx="18351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语句”及其“操作”的识别</a:t>
            </a:r>
          </a:p>
        </p:txBody>
      </p:sp>
      <p:sp>
        <p:nvSpPr>
          <p:cNvPr id="72" name="Rectangle 35"/>
          <p:cNvSpPr>
            <a:spLocks noChangeArrowheads="1"/>
          </p:cNvSpPr>
          <p:nvPr/>
        </p:nvSpPr>
        <p:spPr bwMode="auto">
          <a:xfrm>
            <a:off x="1155032" y="4540584"/>
            <a:ext cx="161448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600">
                <a:latin typeface="微软雅黑" panose="020B0503020204020204" pitchFamily="34" charset="-122"/>
                <a:ea typeface="微软雅黑" panose="020B0503020204020204" pitchFamily="34" charset="-122"/>
              </a:rPr>
              <a:t>图</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树</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集合</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关系</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数理逻辑等基本的数学性质</a:t>
            </a:r>
          </a:p>
        </p:txBody>
      </p:sp>
      <p:sp>
        <p:nvSpPr>
          <p:cNvPr id="73" name="Line 36"/>
          <p:cNvSpPr>
            <a:spLocks noChangeShapeType="1"/>
          </p:cNvSpPr>
          <p:nvPr/>
        </p:nvSpPr>
        <p:spPr bwMode="auto">
          <a:xfrm flipH="1" flipV="1">
            <a:off x="7202905" y="4531060"/>
            <a:ext cx="1588" cy="1141413"/>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4" name="Line 37"/>
          <p:cNvSpPr>
            <a:spLocks noChangeShapeType="1"/>
          </p:cNvSpPr>
          <p:nvPr/>
        </p:nvSpPr>
        <p:spPr bwMode="auto">
          <a:xfrm>
            <a:off x="7188618" y="2313322"/>
            <a:ext cx="0" cy="1109662"/>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5" name="Rectangle 38"/>
          <p:cNvSpPr>
            <a:spLocks noChangeArrowheads="1"/>
          </p:cNvSpPr>
          <p:nvPr/>
        </p:nvSpPr>
        <p:spPr bwMode="auto">
          <a:xfrm>
            <a:off x="5667793" y="2827673"/>
            <a:ext cx="14668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CC0000"/>
                </a:solidFill>
                <a:latin typeface="微软雅黑" panose="020B0503020204020204" pitchFamily="34" charset="-122"/>
                <a:ea typeface="微软雅黑" panose="020B0503020204020204" pitchFamily="34" charset="-122"/>
              </a:rPr>
              <a:t>外存</a:t>
            </a:r>
            <a:r>
              <a:rPr lang="en-US" altLang="zh-CN" sz="1600">
                <a:solidFill>
                  <a:srgbClr val="CC0000"/>
                </a:solidFill>
                <a:latin typeface="微软雅黑" panose="020B0503020204020204" pitchFamily="34" charset="-122"/>
                <a:ea typeface="微软雅黑" panose="020B0503020204020204" pitchFamily="34" charset="-122"/>
              </a:rPr>
              <a:t>-</a:t>
            </a:r>
            <a:r>
              <a:rPr lang="zh-CN" altLang="en-US" sz="1600">
                <a:solidFill>
                  <a:srgbClr val="CC0000"/>
                </a:solidFill>
                <a:latin typeface="微软雅黑" panose="020B0503020204020204" pitchFamily="34" charset="-122"/>
                <a:ea typeface="微软雅黑" panose="020B0503020204020204" pitchFamily="34" charset="-122"/>
              </a:rPr>
              <a:t>内存结合的数据操作</a:t>
            </a:r>
          </a:p>
        </p:txBody>
      </p:sp>
      <p:sp>
        <p:nvSpPr>
          <p:cNvPr id="76" name="Rectangle 39"/>
          <p:cNvSpPr>
            <a:spLocks noChangeArrowheads="1"/>
          </p:cNvSpPr>
          <p:nvPr/>
        </p:nvSpPr>
        <p:spPr bwMode="auto">
          <a:xfrm>
            <a:off x="7485480" y="2832435"/>
            <a:ext cx="19367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lang="en-US" altLang="zh-CN" sz="1600" dirty="0">
                <a:solidFill>
                  <a:srgbClr val="CC0000"/>
                </a:solidFill>
                <a:latin typeface="微软雅黑" panose="020B0503020204020204" pitchFamily="34" charset="-122"/>
                <a:ea typeface="微软雅黑" panose="020B0503020204020204" pitchFamily="34" charset="-122"/>
              </a:rPr>
              <a:t>“</a:t>
            </a:r>
            <a:r>
              <a:rPr lang="zh-CN" altLang="en-US" sz="1600" dirty="0">
                <a:solidFill>
                  <a:srgbClr val="CC0000"/>
                </a:solidFill>
                <a:latin typeface="微软雅黑" panose="020B0503020204020204" pitchFamily="34" charset="-122"/>
                <a:ea typeface="微软雅黑" panose="020B0503020204020204" pitchFamily="34" charset="-122"/>
              </a:rPr>
              <a:t>操作”动作执行算法的实现</a:t>
            </a:r>
          </a:p>
        </p:txBody>
      </p:sp>
      <p:sp>
        <p:nvSpPr>
          <p:cNvPr id="77" name="Rectangle 40"/>
          <p:cNvSpPr>
            <a:spLocks noChangeArrowheads="1"/>
          </p:cNvSpPr>
          <p:nvPr/>
        </p:nvSpPr>
        <p:spPr bwMode="auto">
          <a:xfrm>
            <a:off x="5809081" y="4464385"/>
            <a:ext cx="13620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CC0000"/>
                </a:solidFill>
                <a:latin typeface="微软雅黑" panose="020B0503020204020204" pitchFamily="34" charset="-122"/>
                <a:ea typeface="微软雅黑" panose="020B0503020204020204" pitchFamily="34" charset="-122"/>
              </a:rPr>
              <a:t>大规模数据存取操作</a:t>
            </a:r>
          </a:p>
        </p:txBody>
      </p:sp>
      <p:sp>
        <p:nvSpPr>
          <p:cNvPr id="78" name="Freeform 41"/>
          <p:cNvSpPr>
            <a:spLocks/>
          </p:cNvSpPr>
          <p:nvPr/>
        </p:nvSpPr>
        <p:spPr bwMode="auto">
          <a:xfrm>
            <a:off x="2536401" y="4184984"/>
            <a:ext cx="3977529" cy="703914"/>
          </a:xfrm>
          <a:custGeom>
            <a:avLst/>
            <a:gdLst>
              <a:gd name="T0" fmla="*/ 0 w 2153"/>
              <a:gd name="T1" fmla="*/ 0 h 407"/>
              <a:gd name="T2" fmla="*/ 2147483646 w 2153"/>
              <a:gd name="T3" fmla="*/ 2147483646 h 407"/>
              <a:gd name="T4" fmla="*/ 2147483646 w 2153"/>
              <a:gd name="T5" fmla="*/ 2147483646 h 407"/>
              <a:gd name="T6" fmla="*/ 0 60000 65536"/>
              <a:gd name="T7" fmla="*/ 0 60000 65536"/>
              <a:gd name="T8" fmla="*/ 0 60000 65536"/>
              <a:gd name="connsiteX0" fmla="*/ 0 w 10000"/>
              <a:gd name="connsiteY0" fmla="*/ 0 h 14505"/>
              <a:gd name="connsiteX1" fmla="*/ 3746 w 10000"/>
              <a:gd name="connsiteY1" fmla="*/ 14505 h 14505"/>
              <a:gd name="connsiteX2" fmla="*/ 10000 w 10000"/>
              <a:gd name="connsiteY2" fmla="*/ 221 h 14505"/>
              <a:gd name="connsiteX0" fmla="*/ 0 w 10000"/>
              <a:gd name="connsiteY0" fmla="*/ 0 h 17593"/>
              <a:gd name="connsiteX1" fmla="*/ 3850 w 10000"/>
              <a:gd name="connsiteY1" fmla="*/ 17593 h 17593"/>
              <a:gd name="connsiteX2" fmla="*/ 10000 w 10000"/>
              <a:gd name="connsiteY2" fmla="*/ 221 h 17593"/>
            </a:gdLst>
            <a:ahLst/>
            <a:cxnLst>
              <a:cxn ang="0">
                <a:pos x="connsiteX0" y="connsiteY0"/>
              </a:cxn>
              <a:cxn ang="0">
                <a:pos x="connsiteX1" y="connsiteY1"/>
              </a:cxn>
              <a:cxn ang="0">
                <a:pos x="connsiteX2" y="connsiteY2"/>
              </a:cxn>
            </a:cxnLst>
            <a:rect l="l" t="t" r="r" b="b"/>
            <a:pathLst>
              <a:path w="10000" h="17593">
                <a:moveTo>
                  <a:pt x="0" y="0"/>
                </a:moveTo>
                <a:cubicBezTo>
                  <a:pt x="622" y="1671"/>
                  <a:pt x="2183" y="17569"/>
                  <a:pt x="3850" y="17593"/>
                </a:cubicBezTo>
                <a:cubicBezTo>
                  <a:pt x="5517" y="17618"/>
                  <a:pt x="8695" y="2260"/>
                  <a:pt x="10000" y="221"/>
                </a:cubicBezTo>
              </a:path>
            </a:pathLst>
          </a:custGeom>
          <a:noFill/>
          <a:ln w="5715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79" name="Text Box 43"/>
          <p:cNvSpPr txBox="1">
            <a:spLocks noChangeArrowheads="1"/>
          </p:cNvSpPr>
          <p:nvPr/>
        </p:nvSpPr>
        <p:spPr bwMode="auto">
          <a:xfrm>
            <a:off x="4764505" y="4705684"/>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CC0000"/>
                </a:solidFill>
                <a:latin typeface="微软雅黑" panose="020B0503020204020204" pitchFamily="34" charset="-122"/>
                <a:ea typeface="微软雅黑" panose="020B0503020204020204" pitchFamily="34" charset="-122"/>
              </a:rPr>
              <a:t>应用</a:t>
            </a:r>
          </a:p>
        </p:txBody>
      </p:sp>
      <p:grpSp>
        <p:nvGrpSpPr>
          <p:cNvPr id="81" name="Group 15"/>
          <p:cNvGrpSpPr>
            <a:grpSpLocks/>
          </p:cNvGrpSpPr>
          <p:nvPr/>
        </p:nvGrpSpPr>
        <p:grpSpPr bwMode="auto">
          <a:xfrm>
            <a:off x="6534568" y="1198898"/>
            <a:ext cx="1327150" cy="1119187"/>
            <a:chOff x="2568" y="3024"/>
            <a:chExt cx="723" cy="610"/>
          </a:xfrm>
        </p:grpSpPr>
        <p:sp>
          <p:nvSpPr>
            <p:cNvPr id="82" name="AutoShape 39"/>
            <p:cNvSpPr>
              <a:spLocks noChangeArrowheads="1"/>
            </p:cNvSpPr>
            <p:nvPr/>
          </p:nvSpPr>
          <p:spPr bwMode="gray">
            <a:xfrm>
              <a:off x="2568" y="3024"/>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headEnd/>
              <a:tailEnd/>
            </a:ln>
            <a:effectLst/>
          </p:spPr>
          <p:txBody>
            <a:bodyPr wrap="none" anchor="ctr"/>
            <a:lstStyle>
              <a:lvl1pPr algn="l">
                <a:defRPr kumimoji="1" sz="2400">
                  <a:solidFill>
                    <a:schemeClr val="tx1"/>
                  </a:solidFill>
                  <a:latin typeface="Times New Roman" panose="02020603050405020304" pitchFamily="18" charset="0"/>
                  <a:ea typeface="宋体" panose="02010600030101010101" pitchFamily="2" charset="-122"/>
                </a:defRPr>
              </a:lvl1pPr>
              <a:lvl2pPr marL="742950" indent="-285750" algn="l">
                <a:defRPr kumimoji="1" sz="2400">
                  <a:solidFill>
                    <a:schemeClr val="tx1"/>
                  </a:solidFill>
                  <a:latin typeface="Times New Roman" panose="02020603050405020304" pitchFamily="18" charset="0"/>
                  <a:ea typeface="宋体" panose="02010600030101010101" pitchFamily="2" charset="-122"/>
                </a:defRPr>
              </a:lvl2pPr>
              <a:lvl3pPr marL="1143000" indent="-228600" algn="l">
                <a:defRPr kumimoji="1" sz="2400">
                  <a:solidFill>
                    <a:schemeClr val="tx1"/>
                  </a:solidFill>
                  <a:latin typeface="Times New Roman" panose="02020603050405020304" pitchFamily="18" charset="0"/>
                  <a:ea typeface="宋体" panose="02010600030101010101" pitchFamily="2" charset="-122"/>
                </a:defRPr>
              </a:lvl3pPr>
              <a:lvl4pPr marL="1600200" indent="-228600" algn="l">
                <a:defRPr kumimoji="1" sz="2400">
                  <a:solidFill>
                    <a:schemeClr val="tx1"/>
                  </a:solidFill>
                  <a:latin typeface="Times New Roman" panose="02020603050405020304" pitchFamily="18" charset="0"/>
                  <a:ea typeface="宋体" panose="02010600030101010101" pitchFamily="2" charset="-122"/>
                </a:defRPr>
              </a:lvl4pPr>
              <a:lvl5pPr marL="2057400" indent="-228600" algn="l">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kumimoji="0" lang="zh-CN" altLang="zh-CN">
                <a:solidFill>
                  <a:srgbClr val="000000"/>
                </a:solidFill>
                <a:latin typeface="微软雅黑" panose="020B0503020204020204" pitchFamily="34" charset="-122"/>
                <a:ea typeface="微软雅黑" panose="020B0503020204020204" pitchFamily="34" charset="-122"/>
              </a:endParaRPr>
            </a:p>
          </p:txBody>
        </p:sp>
        <p:sp>
          <p:nvSpPr>
            <p:cNvPr id="83" name="Oval 40"/>
            <p:cNvSpPr>
              <a:spLocks noChangeArrowheads="1"/>
            </p:cNvSpPr>
            <p:nvPr/>
          </p:nvSpPr>
          <p:spPr bwMode="gray">
            <a:xfrm>
              <a:off x="2628" y="3074"/>
              <a:ext cx="603" cy="509"/>
            </a:xfrm>
            <a:prstGeom prst="ellipse">
              <a:avLst/>
            </a:prstGeom>
            <a:solidFill>
              <a:srgbClr val="333300"/>
            </a:solidFill>
            <a:ln w="28575" algn="ctr">
              <a:solidFill>
                <a:srgbClr val="FFFFFF"/>
              </a:solidFill>
              <a:round/>
              <a:headEnd/>
              <a:tailEnd/>
            </a:ln>
          </p:spPr>
          <p:txBody>
            <a:bodyPr wrap="none" anchor="ct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endParaRPr kumimoji="0" lang="zh-CN" altLang="zh-CN" sz="2400">
                <a:solidFill>
                  <a:srgbClr val="000000"/>
                </a:solidFill>
                <a:latin typeface="微软雅黑" panose="020B0503020204020204" pitchFamily="34" charset="-122"/>
                <a:ea typeface="微软雅黑" panose="020B0503020204020204" pitchFamily="34" charset="-122"/>
              </a:endParaRPr>
            </a:p>
          </p:txBody>
        </p:sp>
        <p:sp>
          <p:nvSpPr>
            <p:cNvPr id="84" name="Text Box 84"/>
            <p:cNvSpPr txBox="1">
              <a:spLocks noChangeArrowheads="1"/>
            </p:cNvSpPr>
            <p:nvPr/>
          </p:nvSpPr>
          <p:spPr bwMode="auto">
            <a:xfrm>
              <a:off x="2630" y="3108"/>
              <a:ext cx="598"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spcBef>
                  <a:spcPct val="35000"/>
                </a:spcBef>
              </a:pPr>
              <a:r>
                <a:rPr kumimoji="0" lang="zh-CN" altLang="en-US" sz="2400">
                  <a:solidFill>
                    <a:srgbClr val="FFFFFF"/>
                  </a:solidFill>
                  <a:latin typeface="微软雅黑" panose="020B0503020204020204" pitchFamily="34" charset="-122"/>
                  <a:ea typeface="微软雅黑" panose="020B0503020204020204" pitchFamily="34" charset="-122"/>
                </a:rPr>
                <a:t>编译 原理</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ppt_x"/>
                                          </p:val>
                                        </p:tav>
                                        <p:tav tm="100000">
                                          <p:val>
                                            <p:strVal val="#ppt_x"/>
                                          </p:val>
                                        </p:tav>
                                      </p:tavLst>
                                    </p:anim>
                                    <p:anim calcmode="lin" valueType="num">
                                      <p:cBhvr additive="base">
                                        <p:cTn id="8" dur="500" fill="hold"/>
                                        <p:tgtEl>
                                          <p:spTgt spid="4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ppt_x"/>
                                          </p:val>
                                        </p:tav>
                                        <p:tav tm="100000">
                                          <p:val>
                                            <p:strVal val="#ppt_x"/>
                                          </p:val>
                                        </p:tav>
                                      </p:tavLst>
                                    </p:anim>
                                    <p:anim calcmode="lin" valueType="num">
                                      <p:cBhvr additive="base">
                                        <p:cTn id="12" dur="500" fill="hold"/>
                                        <p:tgtEl>
                                          <p:spTgt spid="4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4"/>
                                        </p:tgtEl>
                                        <p:attrNameLst>
                                          <p:attrName>style.visibility</p:attrName>
                                        </p:attrNameLst>
                                      </p:cBhvr>
                                      <p:to>
                                        <p:strVal val="visible"/>
                                      </p:to>
                                    </p:set>
                                    <p:anim calcmode="lin" valueType="num">
                                      <p:cBhvr additive="base">
                                        <p:cTn id="15" dur="500" fill="hold"/>
                                        <p:tgtEl>
                                          <p:spTgt spid="64"/>
                                        </p:tgtEl>
                                        <p:attrNameLst>
                                          <p:attrName>ppt_x</p:attrName>
                                        </p:attrNameLst>
                                      </p:cBhvr>
                                      <p:tavLst>
                                        <p:tav tm="0">
                                          <p:val>
                                            <p:strVal val="#ppt_x"/>
                                          </p:val>
                                        </p:tav>
                                        <p:tav tm="100000">
                                          <p:val>
                                            <p:strVal val="#ppt_x"/>
                                          </p:val>
                                        </p:tav>
                                      </p:tavLst>
                                    </p:anim>
                                    <p:anim calcmode="lin" valueType="num">
                                      <p:cBhvr additive="base">
                                        <p:cTn id="16" dur="500" fill="hold"/>
                                        <p:tgtEl>
                                          <p:spTgt spid="6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5"/>
                                        </p:tgtEl>
                                        <p:attrNameLst>
                                          <p:attrName>style.visibility</p:attrName>
                                        </p:attrNameLst>
                                      </p:cBhvr>
                                      <p:to>
                                        <p:strVal val="visible"/>
                                      </p:to>
                                    </p:set>
                                    <p:anim calcmode="lin" valueType="num">
                                      <p:cBhvr additive="base">
                                        <p:cTn id="19" dur="500" fill="hold"/>
                                        <p:tgtEl>
                                          <p:spTgt spid="65"/>
                                        </p:tgtEl>
                                        <p:attrNameLst>
                                          <p:attrName>ppt_x</p:attrName>
                                        </p:attrNameLst>
                                      </p:cBhvr>
                                      <p:tavLst>
                                        <p:tav tm="0">
                                          <p:val>
                                            <p:strVal val="#ppt_x"/>
                                          </p:val>
                                        </p:tav>
                                        <p:tav tm="100000">
                                          <p:val>
                                            <p:strVal val="#ppt_x"/>
                                          </p:val>
                                        </p:tav>
                                      </p:tavLst>
                                    </p:anim>
                                    <p:anim calcmode="lin" valueType="num">
                                      <p:cBhvr additive="base">
                                        <p:cTn id="20" dur="500" fill="hold"/>
                                        <p:tgtEl>
                                          <p:spTgt spid="6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8"/>
                                        </p:tgtEl>
                                        <p:attrNameLst>
                                          <p:attrName>style.visibility</p:attrName>
                                        </p:attrNameLst>
                                      </p:cBhvr>
                                      <p:to>
                                        <p:strVal val="visible"/>
                                      </p:to>
                                    </p:set>
                                    <p:anim calcmode="lin" valueType="num">
                                      <p:cBhvr additive="base">
                                        <p:cTn id="23" dur="500" fill="hold"/>
                                        <p:tgtEl>
                                          <p:spTgt spid="78"/>
                                        </p:tgtEl>
                                        <p:attrNameLst>
                                          <p:attrName>ppt_x</p:attrName>
                                        </p:attrNameLst>
                                      </p:cBhvr>
                                      <p:tavLst>
                                        <p:tav tm="0">
                                          <p:val>
                                            <p:strVal val="#ppt_x"/>
                                          </p:val>
                                        </p:tav>
                                        <p:tav tm="100000">
                                          <p:val>
                                            <p:strVal val="#ppt_x"/>
                                          </p:val>
                                        </p:tav>
                                      </p:tavLst>
                                    </p:anim>
                                    <p:anim calcmode="lin" valueType="num">
                                      <p:cBhvr additive="base">
                                        <p:cTn id="24" dur="500" fill="hold"/>
                                        <p:tgtEl>
                                          <p:spTgt spid="7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2"/>
                                        </p:tgtEl>
                                        <p:attrNameLst>
                                          <p:attrName>style.visibility</p:attrName>
                                        </p:attrNameLst>
                                      </p:cBhvr>
                                      <p:to>
                                        <p:strVal val="visible"/>
                                      </p:to>
                                    </p:set>
                                    <p:anim calcmode="lin" valueType="num">
                                      <p:cBhvr additive="base">
                                        <p:cTn id="27" dur="500" fill="hold"/>
                                        <p:tgtEl>
                                          <p:spTgt spid="72"/>
                                        </p:tgtEl>
                                        <p:attrNameLst>
                                          <p:attrName>ppt_x</p:attrName>
                                        </p:attrNameLst>
                                      </p:cBhvr>
                                      <p:tavLst>
                                        <p:tav tm="0">
                                          <p:val>
                                            <p:strVal val="#ppt_x"/>
                                          </p:val>
                                        </p:tav>
                                        <p:tav tm="100000">
                                          <p:val>
                                            <p:strVal val="#ppt_x"/>
                                          </p:val>
                                        </p:tav>
                                      </p:tavLst>
                                    </p:anim>
                                    <p:anim calcmode="lin" valueType="num">
                                      <p:cBhvr additive="base">
                                        <p:cTn id="28" dur="500" fill="hold"/>
                                        <p:tgtEl>
                                          <p:spTgt spid="7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9"/>
                                        </p:tgtEl>
                                        <p:attrNameLst>
                                          <p:attrName>style.visibility</p:attrName>
                                        </p:attrNameLst>
                                      </p:cBhvr>
                                      <p:to>
                                        <p:strVal val="visible"/>
                                      </p:to>
                                    </p:set>
                                    <p:anim calcmode="lin" valueType="num">
                                      <p:cBhvr additive="base">
                                        <p:cTn id="31" dur="500" fill="hold"/>
                                        <p:tgtEl>
                                          <p:spTgt spid="79"/>
                                        </p:tgtEl>
                                        <p:attrNameLst>
                                          <p:attrName>ppt_x</p:attrName>
                                        </p:attrNameLst>
                                      </p:cBhvr>
                                      <p:tavLst>
                                        <p:tav tm="0">
                                          <p:val>
                                            <p:strVal val="#ppt_x"/>
                                          </p:val>
                                        </p:tav>
                                        <p:tav tm="100000">
                                          <p:val>
                                            <p:strVal val="#ppt_x"/>
                                          </p:val>
                                        </p:tav>
                                      </p:tavLst>
                                    </p:anim>
                                    <p:anim calcmode="lin" valueType="num">
                                      <p:cBhvr additive="base">
                                        <p:cTn id="32" dur="500" fill="hold"/>
                                        <p:tgtEl>
                                          <p:spTgt spid="7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67"/>
                                        </p:tgtEl>
                                        <p:attrNameLst>
                                          <p:attrName>style.visibility</p:attrName>
                                        </p:attrNameLst>
                                      </p:cBhvr>
                                      <p:to>
                                        <p:strVal val="visible"/>
                                      </p:to>
                                    </p:set>
                                    <p:anim calcmode="lin" valueType="num">
                                      <p:cBhvr additive="base">
                                        <p:cTn id="35" dur="500" fill="hold"/>
                                        <p:tgtEl>
                                          <p:spTgt spid="67"/>
                                        </p:tgtEl>
                                        <p:attrNameLst>
                                          <p:attrName>ppt_x</p:attrName>
                                        </p:attrNameLst>
                                      </p:cBhvr>
                                      <p:tavLst>
                                        <p:tav tm="0">
                                          <p:val>
                                            <p:strVal val="#ppt_x"/>
                                          </p:val>
                                        </p:tav>
                                        <p:tav tm="100000">
                                          <p:val>
                                            <p:strVal val="#ppt_x"/>
                                          </p:val>
                                        </p:tav>
                                      </p:tavLst>
                                    </p:anim>
                                    <p:anim calcmode="lin" valueType="num">
                                      <p:cBhvr additive="base">
                                        <p:cTn id="36" dur="500" fill="hold"/>
                                        <p:tgtEl>
                                          <p:spTgt spid="6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75"/>
                                        </p:tgtEl>
                                        <p:attrNameLst>
                                          <p:attrName>style.visibility</p:attrName>
                                        </p:attrNameLst>
                                      </p:cBhvr>
                                      <p:to>
                                        <p:strVal val="visible"/>
                                      </p:to>
                                    </p:set>
                                    <p:anim calcmode="lin" valueType="num">
                                      <p:cBhvr additive="base">
                                        <p:cTn id="39" dur="500" fill="hold"/>
                                        <p:tgtEl>
                                          <p:spTgt spid="75"/>
                                        </p:tgtEl>
                                        <p:attrNameLst>
                                          <p:attrName>ppt_x</p:attrName>
                                        </p:attrNameLst>
                                      </p:cBhvr>
                                      <p:tavLst>
                                        <p:tav tm="0">
                                          <p:val>
                                            <p:strVal val="#ppt_x"/>
                                          </p:val>
                                        </p:tav>
                                        <p:tav tm="100000">
                                          <p:val>
                                            <p:strVal val="#ppt_x"/>
                                          </p:val>
                                        </p:tav>
                                      </p:tavLst>
                                    </p:anim>
                                    <p:anim calcmode="lin" valueType="num">
                                      <p:cBhvr additive="base">
                                        <p:cTn id="40"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81"/>
                                        </p:tgtEl>
                                        <p:attrNameLst>
                                          <p:attrName>style.visibility</p:attrName>
                                        </p:attrNameLst>
                                      </p:cBhvr>
                                      <p:to>
                                        <p:strVal val="visible"/>
                                      </p:to>
                                    </p:set>
                                    <p:anim calcmode="lin" valueType="num">
                                      <p:cBhvr additive="base">
                                        <p:cTn id="45" dur="500" fill="hold"/>
                                        <p:tgtEl>
                                          <p:spTgt spid="81"/>
                                        </p:tgtEl>
                                        <p:attrNameLst>
                                          <p:attrName>ppt_x</p:attrName>
                                        </p:attrNameLst>
                                      </p:cBhvr>
                                      <p:tavLst>
                                        <p:tav tm="0">
                                          <p:val>
                                            <p:strVal val="#ppt_x"/>
                                          </p:val>
                                        </p:tav>
                                        <p:tav tm="100000">
                                          <p:val>
                                            <p:strVal val="#ppt_x"/>
                                          </p:val>
                                        </p:tav>
                                      </p:tavLst>
                                    </p:anim>
                                    <p:anim calcmode="lin" valueType="num">
                                      <p:cBhvr additive="base">
                                        <p:cTn id="46" dur="500" fill="hold"/>
                                        <p:tgtEl>
                                          <p:spTgt spid="81"/>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71"/>
                                        </p:tgtEl>
                                        <p:attrNameLst>
                                          <p:attrName>style.visibility</p:attrName>
                                        </p:attrNameLst>
                                      </p:cBhvr>
                                      <p:to>
                                        <p:strVal val="visible"/>
                                      </p:to>
                                    </p:set>
                                    <p:anim calcmode="lin" valueType="num">
                                      <p:cBhvr additive="base">
                                        <p:cTn id="49" dur="500" fill="hold"/>
                                        <p:tgtEl>
                                          <p:spTgt spid="71"/>
                                        </p:tgtEl>
                                        <p:attrNameLst>
                                          <p:attrName>ppt_x</p:attrName>
                                        </p:attrNameLst>
                                      </p:cBhvr>
                                      <p:tavLst>
                                        <p:tav tm="0">
                                          <p:val>
                                            <p:strVal val="#ppt_x"/>
                                          </p:val>
                                        </p:tav>
                                        <p:tav tm="100000">
                                          <p:val>
                                            <p:strVal val="#ppt_x"/>
                                          </p:val>
                                        </p:tav>
                                      </p:tavLst>
                                    </p:anim>
                                    <p:anim calcmode="lin" valueType="num">
                                      <p:cBhvr additive="base">
                                        <p:cTn id="50" dur="500" fill="hold"/>
                                        <p:tgtEl>
                                          <p:spTgt spid="71"/>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74"/>
                                        </p:tgtEl>
                                        <p:attrNameLst>
                                          <p:attrName>style.visibility</p:attrName>
                                        </p:attrNameLst>
                                      </p:cBhvr>
                                      <p:to>
                                        <p:strVal val="visible"/>
                                      </p:to>
                                    </p:set>
                                    <p:anim calcmode="lin" valueType="num">
                                      <p:cBhvr additive="base">
                                        <p:cTn id="53" dur="500" fill="hold"/>
                                        <p:tgtEl>
                                          <p:spTgt spid="74"/>
                                        </p:tgtEl>
                                        <p:attrNameLst>
                                          <p:attrName>ppt_x</p:attrName>
                                        </p:attrNameLst>
                                      </p:cBhvr>
                                      <p:tavLst>
                                        <p:tav tm="0">
                                          <p:val>
                                            <p:strVal val="#ppt_x"/>
                                          </p:val>
                                        </p:tav>
                                        <p:tav tm="100000">
                                          <p:val>
                                            <p:strVal val="#ppt_x"/>
                                          </p:val>
                                        </p:tav>
                                      </p:tavLst>
                                    </p:anim>
                                    <p:anim calcmode="lin" valueType="num">
                                      <p:cBhvr additive="base">
                                        <p:cTn id="54" dur="500" fill="hold"/>
                                        <p:tgtEl>
                                          <p:spTgt spid="7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76"/>
                                        </p:tgtEl>
                                        <p:attrNameLst>
                                          <p:attrName>style.visibility</p:attrName>
                                        </p:attrNameLst>
                                      </p:cBhvr>
                                      <p:to>
                                        <p:strVal val="visible"/>
                                      </p:to>
                                    </p:set>
                                    <p:anim calcmode="lin" valueType="num">
                                      <p:cBhvr additive="base">
                                        <p:cTn id="57" dur="500" fill="hold"/>
                                        <p:tgtEl>
                                          <p:spTgt spid="76"/>
                                        </p:tgtEl>
                                        <p:attrNameLst>
                                          <p:attrName>ppt_x</p:attrName>
                                        </p:attrNameLst>
                                      </p:cBhvr>
                                      <p:tavLst>
                                        <p:tav tm="0">
                                          <p:val>
                                            <p:strVal val="#ppt_x"/>
                                          </p:val>
                                        </p:tav>
                                        <p:tav tm="100000">
                                          <p:val>
                                            <p:strVal val="#ppt_x"/>
                                          </p:val>
                                        </p:tav>
                                      </p:tavLst>
                                    </p:anim>
                                    <p:anim calcmode="lin" valueType="num">
                                      <p:cBhvr additive="base">
                                        <p:cTn id="58"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60"/>
                                        </p:tgtEl>
                                        <p:attrNameLst>
                                          <p:attrName>style.visibility</p:attrName>
                                        </p:attrNameLst>
                                      </p:cBhvr>
                                      <p:to>
                                        <p:strVal val="visible"/>
                                      </p:to>
                                    </p:set>
                                    <p:anim calcmode="lin" valueType="num">
                                      <p:cBhvr additive="base">
                                        <p:cTn id="63" dur="500" fill="hold"/>
                                        <p:tgtEl>
                                          <p:spTgt spid="60"/>
                                        </p:tgtEl>
                                        <p:attrNameLst>
                                          <p:attrName>ppt_x</p:attrName>
                                        </p:attrNameLst>
                                      </p:cBhvr>
                                      <p:tavLst>
                                        <p:tav tm="0">
                                          <p:val>
                                            <p:strVal val="#ppt_x"/>
                                          </p:val>
                                        </p:tav>
                                        <p:tav tm="100000">
                                          <p:val>
                                            <p:strVal val="#ppt_x"/>
                                          </p:val>
                                        </p:tav>
                                      </p:tavLst>
                                    </p:anim>
                                    <p:anim calcmode="lin" valueType="num">
                                      <p:cBhvr additive="base">
                                        <p:cTn id="64" dur="500" fill="hold"/>
                                        <p:tgtEl>
                                          <p:spTgt spid="60"/>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68"/>
                                        </p:tgtEl>
                                        <p:attrNameLst>
                                          <p:attrName>style.visibility</p:attrName>
                                        </p:attrNameLst>
                                      </p:cBhvr>
                                      <p:to>
                                        <p:strVal val="visible"/>
                                      </p:to>
                                    </p:set>
                                    <p:anim calcmode="lin" valueType="num">
                                      <p:cBhvr additive="base">
                                        <p:cTn id="67" dur="500" fill="hold"/>
                                        <p:tgtEl>
                                          <p:spTgt spid="68"/>
                                        </p:tgtEl>
                                        <p:attrNameLst>
                                          <p:attrName>ppt_x</p:attrName>
                                        </p:attrNameLst>
                                      </p:cBhvr>
                                      <p:tavLst>
                                        <p:tav tm="0">
                                          <p:val>
                                            <p:strVal val="#ppt_x"/>
                                          </p:val>
                                        </p:tav>
                                        <p:tav tm="100000">
                                          <p:val>
                                            <p:strVal val="#ppt_x"/>
                                          </p:val>
                                        </p:tav>
                                      </p:tavLst>
                                    </p:anim>
                                    <p:anim calcmode="lin" valueType="num">
                                      <p:cBhvr additive="base">
                                        <p:cTn id="68" dur="500" fill="hold"/>
                                        <p:tgtEl>
                                          <p:spTgt spid="68"/>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73"/>
                                        </p:tgtEl>
                                        <p:attrNameLst>
                                          <p:attrName>style.visibility</p:attrName>
                                        </p:attrNameLst>
                                      </p:cBhvr>
                                      <p:to>
                                        <p:strVal val="visible"/>
                                      </p:to>
                                    </p:set>
                                    <p:anim calcmode="lin" valueType="num">
                                      <p:cBhvr additive="base">
                                        <p:cTn id="71" dur="500" fill="hold"/>
                                        <p:tgtEl>
                                          <p:spTgt spid="73"/>
                                        </p:tgtEl>
                                        <p:attrNameLst>
                                          <p:attrName>ppt_x</p:attrName>
                                        </p:attrNameLst>
                                      </p:cBhvr>
                                      <p:tavLst>
                                        <p:tav tm="0">
                                          <p:val>
                                            <p:strVal val="#ppt_x"/>
                                          </p:val>
                                        </p:tav>
                                        <p:tav tm="100000">
                                          <p:val>
                                            <p:strVal val="#ppt_x"/>
                                          </p:val>
                                        </p:tav>
                                      </p:tavLst>
                                    </p:anim>
                                    <p:anim calcmode="lin" valueType="num">
                                      <p:cBhvr additive="base">
                                        <p:cTn id="72" dur="500" fill="hold"/>
                                        <p:tgtEl>
                                          <p:spTgt spid="73"/>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77"/>
                                        </p:tgtEl>
                                        <p:attrNameLst>
                                          <p:attrName>style.visibility</p:attrName>
                                        </p:attrNameLst>
                                      </p:cBhvr>
                                      <p:to>
                                        <p:strVal val="visible"/>
                                      </p:to>
                                    </p:set>
                                    <p:anim calcmode="lin" valueType="num">
                                      <p:cBhvr additive="base">
                                        <p:cTn id="75" dur="500" fill="hold"/>
                                        <p:tgtEl>
                                          <p:spTgt spid="77"/>
                                        </p:tgtEl>
                                        <p:attrNameLst>
                                          <p:attrName>ppt_x</p:attrName>
                                        </p:attrNameLst>
                                      </p:cBhvr>
                                      <p:tavLst>
                                        <p:tav tm="0">
                                          <p:val>
                                            <p:strVal val="#ppt_x"/>
                                          </p:val>
                                        </p:tav>
                                        <p:tav tm="100000">
                                          <p:val>
                                            <p:strVal val="#ppt_x"/>
                                          </p:val>
                                        </p:tav>
                                      </p:tavLst>
                                    </p:anim>
                                    <p:anim calcmode="lin" valueType="num">
                                      <p:cBhvr additive="base">
                                        <p:cTn id="76"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56"/>
                                        </p:tgtEl>
                                        <p:attrNameLst>
                                          <p:attrName>style.visibility</p:attrName>
                                        </p:attrNameLst>
                                      </p:cBhvr>
                                      <p:to>
                                        <p:strVal val="visible"/>
                                      </p:to>
                                    </p:set>
                                    <p:anim calcmode="lin" valueType="num">
                                      <p:cBhvr additive="base">
                                        <p:cTn id="81" dur="500" fill="hold"/>
                                        <p:tgtEl>
                                          <p:spTgt spid="56"/>
                                        </p:tgtEl>
                                        <p:attrNameLst>
                                          <p:attrName>ppt_x</p:attrName>
                                        </p:attrNameLst>
                                      </p:cBhvr>
                                      <p:tavLst>
                                        <p:tav tm="0">
                                          <p:val>
                                            <p:strVal val="#ppt_x"/>
                                          </p:val>
                                        </p:tav>
                                        <p:tav tm="100000">
                                          <p:val>
                                            <p:strVal val="#ppt_x"/>
                                          </p:val>
                                        </p:tav>
                                      </p:tavLst>
                                    </p:anim>
                                    <p:anim calcmode="lin" valueType="num">
                                      <p:cBhvr additive="base">
                                        <p:cTn id="82" dur="500" fill="hold"/>
                                        <p:tgtEl>
                                          <p:spTgt spid="56"/>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66"/>
                                        </p:tgtEl>
                                        <p:attrNameLst>
                                          <p:attrName>style.visibility</p:attrName>
                                        </p:attrNameLst>
                                      </p:cBhvr>
                                      <p:to>
                                        <p:strVal val="visible"/>
                                      </p:to>
                                    </p:set>
                                    <p:anim calcmode="lin" valueType="num">
                                      <p:cBhvr additive="base">
                                        <p:cTn id="85" dur="500" fill="hold"/>
                                        <p:tgtEl>
                                          <p:spTgt spid="66"/>
                                        </p:tgtEl>
                                        <p:attrNameLst>
                                          <p:attrName>ppt_x</p:attrName>
                                        </p:attrNameLst>
                                      </p:cBhvr>
                                      <p:tavLst>
                                        <p:tav tm="0">
                                          <p:val>
                                            <p:strVal val="#ppt_x"/>
                                          </p:val>
                                        </p:tav>
                                        <p:tav tm="100000">
                                          <p:val>
                                            <p:strVal val="#ppt_x"/>
                                          </p:val>
                                        </p:tav>
                                      </p:tavLst>
                                    </p:anim>
                                    <p:anim calcmode="lin" valueType="num">
                                      <p:cBhvr additive="base">
                                        <p:cTn id="86" dur="500" fill="hold"/>
                                        <p:tgtEl>
                                          <p:spTgt spid="66"/>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69"/>
                                        </p:tgtEl>
                                        <p:attrNameLst>
                                          <p:attrName>style.visibility</p:attrName>
                                        </p:attrNameLst>
                                      </p:cBhvr>
                                      <p:to>
                                        <p:strVal val="visible"/>
                                      </p:to>
                                    </p:set>
                                    <p:anim calcmode="lin" valueType="num">
                                      <p:cBhvr additive="base">
                                        <p:cTn id="89" dur="500" fill="hold"/>
                                        <p:tgtEl>
                                          <p:spTgt spid="69"/>
                                        </p:tgtEl>
                                        <p:attrNameLst>
                                          <p:attrName>ppt_x</p:attrName>
                                        </p:attrNameLst>
                                      </p:cBhvr>
                                      <p:tavLst>
                                        <p:tav tm="0">
                                          <p:val>
                                            <p:strVal val="#ppt_x"/>
                                          </p:val>
                                        </p:tav>
                                        <p:tav tm="100000">
                                          <p:val>
                                            <p:strVal val="#ppt_x"/>
                                          </p:val>
                                        </p:tav>
                                      </p:tavLst>
                                    </p:anim>
                                    <p:anim calcmode="lin" valueType="num">
                                      <p:cBhvr additive="base">
                                        <p:cTn id="90" dur="500" fill="hold"/>
                                        <p:tgtEl>
                                          <p:spTgt spid="69"/>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70"/>
                                        </p:tgtEl>
                                        <p:attrNameLst>
                                          <p:attrName>style.visibility</p:attrName>
                                        </p:attrNameLst>
                                      </p:cBhvr>
                                      <p:to>
                                        <p:strVal val="visible"/>
                                      </p:to>
                                    </p:set>
                                    <p:anim calcmode="lin" valueType="num">
                                      <p:cBhvr additive="base">
                                        <p:cTn id="93" dur="500" fill="hold"/>
                                        <p:tgtEl>
                                          <p:spTgt spid="70"/>
                                        </p:tgtEl>
                                        <p:attrNameLst>
                                          <p:attrName>ppt_x</p:attrName>
                                        </p:attrNameLst>
                                      </p:cBhvr>
                                      <p:tavLst>
                                        <p:tav tm="0">
                                          <p:val>
                                            <p:strVal val="#ppt_x"/>
                                          </p:val>
                                        </p:tav>
                                        <p:tav tm="100000">
                                          <p:val>
                                            <p:strVal val="#ppt_x"/>
                                          </p:val>
                                        </p:tav>
                                      </p:tavLst>
                                    </p:anim>
                                    <p:anim calcmode="lin" valueType="num">
                                      <p:cBhvr additive="base">
                                        <p:cTn id="94"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P spid="69" grpId="0"/>
      <p:bldP spid="70" grpId="0"/>
      <p:bldP spid="71" grpId="0"/>
      <p:bldP spid="72" grpId="0"/>
      <p:bldP spid="75" grpId="0"/>
      <p:bldP spid="76" grpId="0"/>
      <p:bldP spid="77" grpId="0"/>
      <p:bldP spid="7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210D295-9B15-4757-888B-4FDF115DEA16}" type="slidenum">
              <a:rPr lang="zh-CN" altLang="en-US" smtClean="0"/>
              <a:pPr/>
              <a:t>9</a:t>
            </a:fld>
            <a:endParaRPr lang="zh-CN" altLang="en-US"/>
          </a:p>
        </p:txBody>
      </p:sp>
      <p:grpSp>
        <p:nvGrpSpPr>
          <p:cNvPr id="2" name="Group 371"/>
          <p:cNvGrpSpPr>
            <a:grpSpLocks/>
          </p:cNvGrpSpPr>
          <p:nvPr/>
        </p:nvGrpSpPr>
        <p:grpSpPr bwMode="auto">
          <a:xfrm>
            <a:off x="1410971" y="5500665"/>
            <a:ext cx="2362200" cy="1071563"/>
            <a:chOff x="231" y="3483"/>
            <a:chExt cx="1488" cy="675"/>
          </a:xfrm>
        </p:grpSpPr>
        <p:sp>
          <p:nvSpPr>
            <p:cNvPr id="7" name="AutoShape 367"/>
            <p:cNvSpPr>
              <a:spLocks noChangeArrowheads="1"/>
            </p:cNvSpPr>
            <p:nvPr/>
          </p:nvSpPr>
          <p:spPr bwMode="auto">
            <a:xfrm>
              <a:off x="231" y="3493"/>
              <a:ext cx="1488" cy="665"/>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sz="2400" b="0">
                <a:solidFill>
                  <a:schemeClr val="bg1">
                    <a:lumMod val="50000"/>
                  </a:schemeClr>
                </a:solidFill>
                <a:latin typeface="Times New Roman" panose="02020603050405020304" pitchFamily="18" charset="0"/>
                <a:ea typeface="楷体_GB2312" pitchFamily="49" charset="-122"/>
              </a:endParaRPr>
            </a:p>
          </p:txBody>
        </p:sp>
        <p:sp>
          <p:nvSpPr>
            <p:cNvPr id="8" name="Rectangle 368"/>
            <p:cNvSpPr>
              <a:spLocks noChangeArrowheads="1"/>
            </p:cNvSpPr>
            <p:nvPr/>
          </p:nvSpPr>
          <p:spPr bwMode="auto">
            <a:xfrm>
              <a:off x="479" y="3710"/>
              <a:ext cx="94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相互有关联关系的数据的集合</a:t>
              </a:r>
            </a:p>
          </p:txBody>
        </p:sp>
        <p:sp>
          <p:nvSpPr>
            <p:cNvPr id="9" name="Text Box 369"/>
            <p:cNvSpPr txBox="1">
              <a:spLocks noChangeArrowheads="1"/>
            </p:cNvSpPr>
            <p:nvPr/>
          </p:nvSpPr>
          <p:spPr bwMode="auto">
            <a:xfrm>
              <a:off x="459" y="3483"/>
              <a:ext cx="108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1400" b="0" dirty="0">
                  <a:solidFill>
                    <a:schemeClr val="bg1">
                      <a:lumMod val="50000"/>
                    </a:schemeClr>
                  </a:solidFill>
                  <a:latin typeface="微软雅黑" panose="020B0503020204020204" pitchFamily="34" charset="-122"/>
                  <a:ea typeface="微软雅黑" panose="020B0503020204020204" pitchFamily="34" charset="-122"/>
                </a:rPr>
                <a:t>数据库</a:t>
              </a:r>
              <a:r>
                <a:rPr lang="en-US" altLang="zh-CN" sz="1400" b="0" dirty="0">
                  <a:solidFill>
                    <a:schemeClr val="bg1">
                      <a:lumMod val="50000"/>
                    </a:schemeClr>
                  </a:solidFill>
                  <a:latin typeface="微软雅黑" panose="020B0503020204020204" pitchFamily="34" charset="-122"/>
                  <a:ea typeface="微软雅黑" panose="020B0503020204020204" pitchFamily="34" charset="-122"/>
                </a:rPr>
                <a:t>//Database</a:t>
              </a:r>
            </a:p>
          </p:txBody>
        </p:sp>
      </p:grpSp>
      <p:pic>
        <p:nvPicPr>
          <p:cNvPr id="10"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96980" y="1727337"/>
            <a:ext cx="2346266" cy="1176470"/>
          </a:xfrm>
          <a:prstGeom prst="rect">
            <a:avLst/>
          </a:prstGeom>
          <a:noFill/>
          <a:ln w="12700" algn="ctr">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05483" y="3425976"/>
            <a:ext cx="2568575" cy="123507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07058" y="3352951"/>
            <a:ext cx="2308225" cy="144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 Box 6"/>
          <p:cNvSpPr txBox="1">
            <a:spLocks noChangeArrowheads="1"/>
          </p:cNvSpPr>
          <p:nvPr/>
        </p:nvSpPr>
        <p:spPr bwMode="auto">
          <a:xfrm>
            <a:off x="1139083" y="3040214"/>
            <a:ext cx="2833687" cy="277812"/>
          </a:xfrm>
          <a:prstGeom prst="rect">
            <a:avLst/>
          </a:prstGeom>
          <a:solidFill>
            <a:srgbClr val="FFFF99"/>
          </a:solidFill>
          <a:ln w="9525">
            <a:solidFill>
              <a:srgbClr val="FF0000"/>
            </a:solidFill>
            <a:miter lim="800000"/>
            <a:headEnd/>
            <a:tailEnd/>
          </a:ln>
          <a:effectLst>
            <a:prstShdw prst="shdw17" dist="17961" dir="13500000">
              <a:srgbClr val="990000"/>
            </a:prstShdw>
          </a:effec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defRPr/>
            </a:pPr>
            <a:r>
              <a:rPr kumimoji="0" lang="zh-CN" altLang="en-US" sz="1200" dirty="0">
                <a:latin typeface="微软雅黑" panose="020B0503020204020204" pitchFamily="34" charset="-122"/>
                <a:ea typeface="微软雅黑" panose="020B0503020204020204" pitchFamily="34" charset="-122"/>
              </a:rPr>
              <a:t>数据库</a:t>
            </a:r>
            <a:r>
              <a:rPr kumimoji="0" lang="en-US" altLang="zh-CN" sz="1200" dirty="0">
                <a:latin typeface="微软雅黑" panose="020B0503020204020204" pitchFamily="34" charset="-122"/>
                <a:ea typeface="微软雅黑" panose="020B0503020204020204" pitchFamily="34" charset="-122"/>
              </a:rPr>
              <a:t>-</a:t>
            </a:r>
            <a:r>
              <a:rPr kumimoji="0" lang="zh-CN" altLang="en-US" sz="1200" dirty="0">
                <a:latin typeface="微软雅黑" panose="020B0503020204020204" pitchFamily="34" charset="-122"/>
                <a:ea typeface="微软雅黑" panose="020B0503020204020204" pitchFamily="34" charset="-122"/>
              </a:rPr>
              <a:t>表</a:t>
            </a:r>
            <a:r>
              <a:rPr kumimoji="0" lang="en-US" altLang="zh-CN" sz="1200" dirty="0">
                <a:latin typeface="微软雅黑" panose="020B0503020204020204" pitchFamily="34" charset="-122"/>
                <a:ea typeface="微软雅黑" panose="020B0503020204020204" pitchFamily="34" charset="-122"/>
              </a:rPr>
              <a:t>/</a:t>
            </a:r>
            <a:r>
              <a:rPr kumimoji="0" lang="zh-CN" altLang="en-US" sz="1200" dirty="0">
                <a:latin typeface="微软雅黑" panose="020B0503020204020204" pitchFamily="34" charset="-122"/>
                <a:ea typeface="微软雅黑" panose="020B0503020204020204" pitchFamily="34" charset="-122"/>
              </a:rPr>
              <a:t>关系模型</a:t>
            </a:r>
            <a:r>
              <a:rPr kumimoji="0" lang="en-US" altLang="zh-CN" sz="1200" dirty="0">
                <a:solidFill>
                  <a:schemeClr val="bg1">
                    <a:lumMod val="75000"/>
                  </a:schemeClr>
                </a:solidFill>
                <a:latin typeface="微软雅黑" panose="020B0503020204020204" pitchFamily="34" charset="-122"/>
                <a:ea typeface="微软雅黑" panose="020B0503020204020204" pitchFamily="34" charset="-122"/>
                <a:sym typeface="Wingdings" panose="05000000000000000000" pitchFamily="2" charset="2"/>
              </a:rPr>
              <a:t> </a:t>
            </a:r>
            <a:r>
              <a:rPr kumimoji="0" lang="zh-CN" altLang="en-US" sz="1200" dirty="0">
                <a:solidFill>
                  <a:schemeClr val="bg1">
                    <a:lumMod val="75000"/>
                  </a:schemeClr>
                </a:solidFill>
                <a:latin typeface="微软雅黑" panose="020B0503020204020204" pitchFamily="34" charset="-122"/>
                <a:ea typeface="微软雅黑" panose="020B0503020204020204" pitchFamily="34" charset="-122"/>
                <a:sym typeface="Wingdings" panose="05000000000000000000" pitchFamily="2" charset="2"/>
              </a:rPr>
              <a:t>分布</a:t>
            </a:r>
            <a:r>
              <a:rPr kumimoji="0" lang="en-US" altLang="zh-CN" sz="1200" dirty="0">
                <a:solidFill>
                  <a:schemeClr val="bg1">
                    <a:lumMod val="75000"/>
                  </a:schemeClr>
                </a:solidFill>
                <a:latin typeface="微软雅黑" panose="020B0503020204020204" pitchFamily="34" charset="-122"/>
                <a:ea typeface="微软雅黑" panose="020B0503020204020204" pitchFamily="34" charset="-122"/>
                <a:sym typeface="Wingdings" panose="05000000000000000000" pitchFamily="2" charset="2"/>
              </a:rPr>
              <a:t>/</a:t>
            </a:r>
            <a:r>
              <a:rPr kumimoji="0" lang="zh-CN" altLang="en-US" sz="1200" dirty="0">
                <a:solidFill>
                  <a:schemeClr val="bg1">
                    <a:lumMod val="75000"/>
                  </a:schemeClr>
                </a:solidFill>
                <a:latin typeface="微软雅黑" panose="020B0503020204020204" pitchFamily="34" charset="-122"/>
                <a:ea typeface="微软雅黑" panose="020B0503020204020204" pitchFamily="34" charset="-122"/>
                <a:sym typeface="Wingdings" panose="05000000000000000000" pitchFamily="2" charset="2"/>
              </a:rPr>
              <a:t>对象</a:t>
            </a:r>
            <a:r>
              <a:rPr kumimoji="0" lang="en-US" altLang="zh-CN" sz="1200" dirty="0">
                <a:solidFill>
                  <a:schemeClr val="bg1">
                    <a:lumMod val="75000"/>
                  </a:schemeClr>
                </a:solidFill>
                <a:latin typeface="微软雅黑" panose="020B0503020204020204" pitchFamily="34" charset="-122"/>
                <a:ea typeface="微软雅黑" panose="020B0503020204020204" pitchFamily="34" charset="-122"/>
                <a:sym typeface="Wingdings" panose="05000000000000000000" pitchFamily="2" charset="2"/>
              </a:rPr>
              <a:t>/</a:t>
            </a:r>
            <a:r>
              <a:rPr kumimoji="0" lang="zh-CN" altLang="en-US" sz="1200" dirty="0">
                <a:solidFill>
                  <a:schemeClr val="bg1">
                    <a:lumMod val="75000"/>
                  </a:schemeClr>
                </a:solidFill>
                <a:latin typeface="微软雅黑" panose="020B0503020204020204" pitchFamily="34" charset="-122"/>
                <a:ea typeface="微软雅黑" panose="020B0503020204020204" pitchFamily="34" charset="-122"/>
                <a:sym typeface="Wingdings" panose="05000000000000000000" pitchFamily="2" charset="2"/>
              </a:rPr>
              <a:t>文档</a:t>
            </a:r>
            <a:endParaRPr kumimoji="0" lang="zh-CN" altLang="en-US" sz="120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14" name="Text Box 7"/>
          <p:cNvSpPr txBox="1">
            <a:spLocks noChangeArrowheads="1"/>
          </p:cNvSpPr>
          <p:nvPr/>
        </p:nvSpPr>
        <p:spPr bwMode="auto">
          <a:xfrm>
            <a:off x="5019890" y="3028100"/>
            <a:ext cx="2870200" cy="276225"/>
          </a:xfrm>
          <a:prstGeom prst="rect">
            <a:avLst/>
          </a:prstGeom>
          <a:solidFill>
            <a:srgbClr val="FFFF99"/>
          </a:solidFill>
          <a:ln w="9525">
            <a:solidFill>
              <a:srgbClr val="FF0000"/>
            </a:solidFill>
            <a:miter lim="800000"/>
            <a:headEnd/>
            <a:tailEnd/>
          </a:ln>
          <a:effectLst>
            <a:prstShdw prst="shdw17" dist="17961" dir="13500000">
              <a:srgbClr val="990000"/>
            </a:prstShdw>
          </a:effec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defRPr/>
            </a:pPr>
            <a:r>
              <a:rPr kumimoji="0" lang="en-US" altLang="zh-CN" sz="1200" dirty="0">
                <a:latin typeface="微软雅黑" panose="020B0503020204020204" pitchFamily="34" charset="-122"/>
                <a:ea typeface="微软雅黑" panose="020B0503020204020204" pitchFamily="34" charset="-122"/>
              </a:rPr>
              <a:t>SQL: </a:t>
            </a:r>
            <a:r>
              <a:rPr kumimoji="0" lang="zh-CN" altLang="en-US" sz="1200" dirty="0">
                <a:latin typeface="微软雅黑" panose="020B0503020204020204" pitchFamily="34" charset="-122"/>
                <a:ea typeface="微软雅黑" panose="020B0503020204020204" pitchFamily="34" charset="-122"/>
              </a:rPr>
              <a:t>数据库语言 </a:t>
            </a:r>
            <a:r>
              <a:rPr kumimoji="0" lang="en-US" altLang="zh-CN" sz="1200" dirty="0">
                <a:solidFill>
                  <a:schemeClr val="bg1">
                    <a:lumMod val="75000"/>
                  </a:schemeClr>
                </a:solidFill>
                <a:latin typeface="微软雅黑" panose="020B0503020204020204" pitchFamily="34" charset="-122"/>
                <a:ea typeface="微软雅黑" panose="020B0503020204020204" pitchFamily="34" charset="-122"/>
                <a:sym typeface="Wingdings" panose="05000000000000000000" pitchFamily="2" charset="2"/>
              </a:rPr>
              <a:t> NoSQL/</a:t>
            </a:r>
            <a:r>
              <a:rPr kumimoji="0" lang="en-US" altLang="zh-CN" sz="1200" dirty="0" err="1">
                <a:solidFill>
                  <a:schemeClr val="bg1">
                    <a:lumMod val="75000"/>
                  </a:schemeClr>
                </a:solidFill>
                <a:latin typeface="微软雅黑" panose="020B0503020204020204" pitchFamily="34" charset="-122"/>
                <a:ea typeface="微软雅黑" panose="020B0503020204020204" pitchFamily="34" charset="-122"/>
                <a:sym typeface="Wingdings" panose="05000000000000000000" pitchFamily="2" charset="2"/>
              </a:rPr>
              <a:t>NewSQL</a:t>
            </a:r>
            <a:endParaRPr kumimoji="0" lang="zh-CN" altLang="en-US" sz="1200"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15" name="Text Box 8"/>
          <p:cNvSpPr txBox="1">
            <a:spLocks noChangeArrowheads="1"/>
          </p:cNvSpPr>
          <p:nvPr/>
        </p:nvSpPr>
        <p:spPr bwMode="auto">
          <a:xfrm>
            <a:off x="9461033" y="3022752"/>
            <a:ext cx="1262063" cy="276225"/>
          </a:xfrm>
          <a:prstGeom prst="rect">
            <a:avLst/>
          </a:prstGeom>
          <a:solidFill>
            <a:srgbClr val="FFFF99"/>
          </a:solidFill>
          <a:ln w="9525">
            <a:solidFill>
              <a:srgbClr val="FF0000"/>
            </a:solidFill>
            <a:miter lim="800000"/>
            <a:headEnd/>
            <a:tailEnd/>
          </a:ln>
          <a:effectLst>
            <a:prstShdw prst="shdw17" dist="17961" dir="13500000">
              <a:srgbClr val="990000"/>
            </a:prstShdw>
          </a:effec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kumimoji="0" lang="zh-CN" altLang="en-US" sz="1200">
                <a:latin typeface="微软雅黑" panose="020B0503020204020204" pitchFamily="34" charset="-122"/>
                <a:ea typeface="微软雅黑" panose="020B0503020204020204" pitchFamily="34" charset="-122"/>
              </a:rPr>
              <a:t>数据库应用程序</a:t>
            </a:r>
          </a:p>
        </p:txBody>
      </p:sp>
      <p:sp>
        <p:nvSpPr>
          <p:cNvPr id="16" name="Line 9"/>
          <p:cNvSpPr>
            <a:spLocks noChangeShapeType="1"/>
          </p:cNvSpPr>
          <p:nvPr/>
        </p:nvSpPr>
        <p:spPr bwMode="auto">
          <a:xfrm flipV="1">
            <a:off x="2143971" y="4876951"/>
            <a:ext cx="8342313" cy="111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 name="Group 10"/>
          <p:cNvGrpSpPr>
            <a:grpSpLocks/>
          </p:cNvGrpSpPr>
          <p:nvPr/>
        </p:nvGrpSpPr>
        <p:grpSpPr bwMode="auto">
          <a:xfrm>
            <a:off x="1931761" y="1658049"/>
            <a:ext cx="1600200" cy="685800"/>
            <a:chOff x="525" y="475"/>
            <a:chExt cx="1008" cy="432"/>
          </a:xfrm>
        </p:grpSpPr>
        <p:sp>
          <p:nvSpPr>
            <p:cNvPr id="18" name="Oval 11"/>
            <p:cNvSpPr>
              <a:spLocks noChangeArrowheads="1"/>
            </p:cNvSpPr>
            <p:nvPr/>
          </p:nvSpPr>
          <p:spPr bwMode="auto">
            <a:xfrm>
              <a:off x="525" y="475"/>
              <a:ext cx="1008" cy="43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latin typeface="微软雅黑" panose="020B0503020204020204" pitchFamily="34" charset="-122"/>
                <a:ea typeface="微软雅黑" panose="020B0503020204020204" pitchFamily="34" charset="-122"/>
              </a:endParaRPr>
            </a:p>
          </p:txBody>
        </p:sp>
        <p:sp>
          <p:nvSpPr>
            <p:cNvPr id="19" name="Text Box 12"/>
            <p:cNvSpPr txBox="1">
              <a:spLocks noChangeArrowheads="1"/>
            </p:cNvSpPr>
            <p:nvPr/>
          </p:nvSpPr>
          <p:spPr bwMode="auto">
            <a:xfrm>
              <a:off x="651" y="508"/>
              <a:ext cx="756"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微软雅黑" panose="020B0503020204020204" pitchFamily="34" charset="-122"/>
                  <a:ea typeface="微软雅黑" panose="020B0503020204020204" pitchFamily="34" charset="-122"/>
                </a:rPr>
                <a:t>计算机世界</a:t>
              </a:r>
            </a:p>
            <a:p>
              <a:pPr algn="ctr" eaLnBrk="1" hangingPunct="1"/>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关系模式</a:t>
              </a:r>
              <a:r>
                <a:rPr lang="en-US" altLang="zh-CN" sz="1600">
                  <a:latin typeface="微软雅黑" panose="020B0503020204020204" pitchFamily="34" charset="-122"/>
                  <a:ea typeface="微软雅黑" panose="020B0503020204020204" pitchFamily="34" charset="-122"/>
                </a:rPr>
                <a:t>)</a:t>
              </a:r>
            </a:p>
          </p:txBody>
        </p:sp>
      </p:grpSp>
      <p:grpSp>
        <p:nvGrpSpPr>
          <p:cNvPr id="6" name="Group 13"/>
          <p:cNvGrpSpPr>
            <a:grpSpLocks/>
          </p:cNvGrpSpPr>
          <p:nvPr/>
        </p:nvGrpSpPr>
        <p:grpSpPr bwMode="auto">
          <a:xfrm>
            <a:off x="9488971" y="1693808"/>
            <a:ext cx="1601788" cy="685800"/>
            <a:chOff x="3975" y="541"/>
            <a:chExt cx="1008" cy="432"/>
          </a:xfrm>
        </p:grpSpPr>
        <p:sp>
          <p:nvSpPr>
            <p:cNvPr id="21" name="Oval 14"/>
            <p:cNvSpPr>
              <a:spLocks noChangeArrowheads="1"/>
            </p:cNvSpPr>
            <p:nvPr/>
          </p:nvSpPr>
          <p:spPr bwMode="auto">
            <a:xfrm>
              <a:off x="3975" y="541"/>
              <a:ext cx="1008" cy="43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latin typeface="微软雅黑" panose="020B0503020204020204" pitchFamily="34" charset="-122"/>
                <a:ea typeface="微软雅黑" panose="020B0503020204020204" pitchFamily="34" charset="-122"/>
              </a:endParaRPr>
            </a:p>
          </p:txBody>
        </p:sp>
        <p:sp>
          <p:nvSpPr>
            <p:cNvPr id="22" name="Text Box 15"/>
            <p:cNvSpPr txBox="1">
              <a:spLocks noChangeArrowheads="1"/>
            </p:cNvSpPr>
            <p:nvPr/>
          </p:nvSpPr>
          <p:spPr bwMode="auto">
            <a:xfrm>
              <a:off x="4165" y="651"/>
              <a:ext cx="627" cy="2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微软雅黑" panose="020B0503020204020204" pitchFamily="34" charset="-122"/>
                  <a:ea typeface="微软雅黑" panose="020B0503020204020204" pitchFamily="34" charset="-122"/>
                </a:rPr>
                <a:t>现实世界</a:t>
              </a:r>
            </a:p>
          </p:txBody>
        </p:sp>
      </p:grpSp>
      <p:grpSp>
        <p:nvGrpSpPr>
          <p:cNvPr id="17" name="Group 16"/>
          <p:cNvGrpSpPr>
            <a:grpSpLocks/>
          </p:cNvGrpSpPr>
          <p:nvPr/>
        </p:nvGrpSpPr>
        <p:grpSpPr bwMode="auto">
          <a:xfrm>
            <a:off x="5529750" y="1342882"/>
            <a:ext cx="1598612" cy="685800"/>
            <a:chOff x="2229" y="485"/>
            <a:chExt cx="1008" cy="432"/>
          </a:xfrm>
        </p:grpSpPr>
        <p:sp>
          <p:nvSpPr>
            <p:cNvPr id="24" name="Oval 17"/>
            <p:cNvSpPr>
              <a:spLocks noChangeArrowheads="1"/>
            </p:cNvSpPr>
            <p:nvPr/>
          </p:nvSpPr>
          <p:spPr bwMode="auto">
            <a:xfrm>
              <a:off x="2229" y="485"/>
              <a:ext cx="1008" cy="43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a:latin typeface="微软雅黑" panose="020B0503020204020204" pitchFamily="34" charset="-122"/>
                <a:ea typeface="微软雅黑" panose="020B0503020204020204" pitchFamily="34" charset="-122"/>
              </a:endParaRPr>
            </a:p>
          </p:txBody>
        </p:sp>
        <p:sp>
          <p:nvSpPr>
            <p:cNvPr id="25" name="Text Box 18"/>
            <p:cNvSpPr txBox="1">
              <a:spLocks noChangeArrowheads="1"/>
            </p:cNvSpPr>
            <p:nvPr/>
          </p:nvSpPr>
          <p:spPr bwMode="auto">
            <a:xfrm>
              <a:off x="2406" y="514"/>
              <a:ext cx="629"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latin typeface="微软雅黑" panose="020B0503020204020204" pitchFamily="34" charset="-122"/>
                  <a:ea typeface="微软雅黑" panose="020B0503020204020204" pitchFamily="34" charset="-122"/>
                </a:rPr>
                <a:t>信息世界</a:t>
              </a:r>
            </a:p>
            <a:p>
              <a:pPr algn="ctr" eaLnBrk="1" hangingPunct="1"/>
              <a:r>
                <a:rPr lang="en-US" altLang="zh-CN" sz="1600" dirty="0">
                  <a:latin typeface="微软雅黑" panose="020B0503020204020204" pitchFamily="34" charset="-122"/>
                  <a:ea typeface="微软雅黑" panose="020B0503020204020204" pitchFamily="34" charset="-122"/>
                </a:rPr>
                <a:t>(E-R</a:t>
              </a:r>
              <a:r>
                <a:rPr lang="zh-CN" altLang="en-US" sz="1600" dirty="0">
                  <a:latin typeface="微软雅黑" panose="020B0503020204020204" pitchFamily="34" charset="-122"/>
                  <a:ea typeface="微软雅黑" panose="020B0503020204020204" pitchFamily="34" charset="-122"/>
                </a:rPr>
                <a:t>图</a:t>
              </a:r>
              <a:r>
                <a:rPr lang="en-US" altLang="zh-CN" sz="1600" dirty="0">
                  <a:latin typeface="微软雅黑" panose="020B0503020204020204" pitchFamily="34" charset="-122"/>
                  <a:ea typeface="微软雅黑" panose="020B0503020204020204" pitchFamily="34" charset="-122"/>
                </a:rPr>
                <a:t>)</a:t>
              </a:r>
            </a:p>
          </p:txBody>
        </p:sp>
      </p:grpSp>
      <p:sp>
        <p:nvSpPr>
          <p:cNvPr id="26" name="Line 19"/>
          <p:cNvSpPr>
            <a:spLocks noChangeShapeType="1"/>
          </p:cNvSpPr>
          <p:nvPr/>
        </p:nvSpPr>
        <p:spPr bwMode="auto">
          <a:xfrm>
            <a:off x="3531961" y="1983112"/>
            <a:ext cx="2071337" cy="7937"/>
          </a:xfrm>
          <a:prstGeom prst="line">
            <a:avLst/>
          </a:prstGeom>
          <a:noFill/>
          <a:ln w="38100" cmpd="dbl">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20"/>
          <p:cNvSpPr>
            <a:spLocks noChangeShapeType="1"/>
          </p:cNvSpPr>
          <p:nvPr/>
        </p:nvSpPr>
        <p:spPr bwMode="auto">
          <a:xfrm flipV="1">
            <a:off x="7240009" y="1988701"/>
            <a:ext cx="2247371" cy="2350"/>
          </a:xfrm>
          <a:prstGeom prst="line">
            <a:avLst/>
          </a:prstGeom>
          <a:noFill/>
          <a:ln w="38100" cmpd="dbl">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28" name="Picture 21"/>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t="38560"/>
          <a:stretch>
            <a:fillRect/>
          </a:stretch>
        </p:blipFill>
        <p:spPr bwMode="auto">
          <a:xfrm>
            <a:off x="3703932" y="3454549"/>
            <a:ext cx="2915719" cy="58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Line 22"/>
          <p:cNvSpPr>
            <a:spLocks noChangeShapeType="1"/>
          </p:cNvSpPr>
          <p:nvPr/>
        </p:nvSpPr>
        <p:spPr bwMode="auto">
          <a:xfrm>
            <a:off x="2717030" y="2262870"/>
            <a:ext cx="0" cy="1195387"/>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 name="Picture 23"/>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66783" y="3423299"/>
            <a:ext cx="2293144"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Text Box 24"/>
          <p:cNvSpPr txBox="1">
            <a:spLocks noChangeArrowheads="1"/>
          </p:cNvSpPr>
          <p:nvPr/>
        </p:nvSpPr>
        <p:spPr bwMode="auto">
          <a:xfrm>
            <a:off x="8238134" y="1965842"/>
            <a:ext cx="543753" cy="307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kumimoji="0" lang="zh-CN" altLang="en-US" sz="1400" dirty="0"/>
              <a:t>抽象</a:t>
            </a:r>
          </a:p>
        </p:txBody>
      </p:sp>
      <p:sp>
        <p:nvSpPr>
          <p:cNvPr id="32" name="Text Box 25"/>
          <p:cNvSpPr txBox="1">
            <a:spLocks noChangeArrowheads="1"/>
          </p:cNvSpPr>
          <p:nvPr/>
        </p:nvSpPr>
        <p:spPr bwMode="auto">
          <a:xfrm>
            <a:off x="4277258" y="1991241"/>
            <a:ext cx="543753" cy="307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kumimoji="0" lang="zh-CN" altLang="en-US" sz="1400"/>
              <a:t>设计</a:t>
            </a:r>
          </a:p>
        </p:txBody>
      </p:sp>
      <p:sp>
        <p:nvSpPr>
          <p:cNvPr id="33" name="Text Box 26"/>
          <p:cNvSpPr txBox="1">
            <a:spLocks noChangeArrowheads="1"/>
          </p:cNvSpPr>
          <p:nvPr/>
        </p:nvSpPr>
        <p:spPr bwMode="auto">
          <a:xfrm>
            <a:off x="3831555" y="1524748"/>
            <a:ext cx="954088" cy="276225"/>
          </a:xfrm>
          <a:prstGeom prst="rect">
            <a:avLst/>
          </a:prstGeom>
          <a:solidFill>
            <a:srgbClr val="FFFF99"/>
          </a:solidFill>
          <a:ln w="9525">
            <a:solidFill>
              <a:srgbClr val="FF0000"/>
            </a:solidFill>
            <a:miter lim="800000"/>
            <a:headEnd/>
            <a:tailEnd/>
          </a:ln>
          <a:effectLst>
            <a:prstShdw prst="shdw17" dist="17961" dir="13500000">
              <a:srgbClr val="990000"/>
            </a:prstShdw>
          </a:effec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kumimoji="0" lang="zh-CN" altLang="en-US" sz="1200" dirty="0">
                <a:latin typeface="微软雅黑" panose="020B0503020204020204" pitchFamily="34" charset="-122"/>
                <a:ea typeface="微软雅黑" panose="020B0503020204020204" pitchFamily="34" charset="-122"/>
              </a:rPr>
              <a:t>数据库设计</a:t>
            </a:r>
          </a:p>
        </p:txBody>
      </p:sp>
      <p:sp>
        <p:nvSpPr>
          <p:cNvPr id="34" name="Text Box 27"/>
          <p:cNvSpPr txBox="1">
            <a:spLocks noChangeArrowheads="1"/>
          </p:cNvSpPr>
          <p:nvPr/>
        </p:nvSpPr>
        <p:spPr bwMode="auto">
          <a:xfrm>
            <a:off x="7755445" y="1539282"/>
            <a:ext cx="1570037" cy="277812"/>
          </a:xfrm>
          <a:prstGeom prst="rect">
            <a:avLst/>
          </a:prstGeom>
          <a:solidFill>
            <a:srgbClr val="FFFF99"/>
          </a:solidFill>
          <a:ln w="9525">
            <a:solidFill>
              <a:srgbClr val="FF0000"/>
            </a:solidFill>
            <a:miter lim="800000"/>
            <a:headEnd/>
            <a:tailEnd/>
          </a:ln>
          <a:effectLst>
            <a:prstShdw prst="shdw17" dist="17961" dir="13500000">
              <a:srgbClr val="990000"/>
            </a:prstShdw>
          </a:effec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kumimoji="0" lang="zh-CN" altLang="en-US" sz="1200" dirty="0">
                <a:latin typeface="微软雅黑" panose="020B0503020204020204" pitchFamily="34" charset="-122"/>
                <a:ea typeface="微软雅黑" panose="020B0503020204020204" pitchFamily="34" charset="-122"/>
              </a:rPr>
              <a:t>数据建模：信息模型</a:t>
            </a:r>
          </a:p>
        </p:txBody>
      </p:sp>
      <p:sp>
        <p:nvSpPr>
          <p:cNvPr id="35" name="Text Box 28"/>
          <p:cNvSpPr txBox="1">
            <a:spLocks noChangeArrowheads="1"/>
          </p:cNvSpPr>
          <p:nvPr/>
        </p:nvSpPr>
        <p:spPr bwMode="auto">
          <a:xfrm>
            <a:off x="6126775" y="4636443"/>
            <a:ext cx="1416050" cy="276225"/>
          </a:xfrm>
          <a:prstGeom prst="rect">
            <a:avLst/>
          </a:prstGeom>
          <a:solidFill>
            <a:srgbClr val="FFFF99"/>
          </a:solidFill>
          <a:ln w="9525">
            <a:solidFill>
              <a:srgbClr val="FF0000"/>
            </a:solidFill>
            <a:miter lim="800000"/>
            <a:headEnd/>
            <a:tailEnd/>
          </a:ln>
          <a:effectLst>
            <a:prstShdw prst="shdw17" dist="17961" dir="13500000">
              <a:srgbClr val="990000"/>
            </a:prstShdw>
          </a:effec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kumimoji="0" lang="zh-CN" altLang="en-US" sz="1200">
                <a:latin typeface="微软雅黑" panose="020B0503020204020204" pitchFamily="34" charset="-122"/>
                <a:ea typeface="微软雅黑" panose="020B0503020204020204" pitchFamily="34" charset="-122"/>
              </a:rPr>
              <a:t>数据库维护与控制</a:t>
            </a:r>
          </a:p>
        </p:txBody>
      </p:sp>
      <p:sp>
        <p:nvSpPr>
          <p:cNvPr id="36" name="Line 32"/>
          <p:cNvSpPr>
            <a:spLocks noChangeShapeType="1"/>
          </p:cNvSpPr>
          <p:nvPr/>
        </p:nvSpPr>
        <p:spPr bwMode="auto">
          <a:xfrm>
            <a:off x="3774058" y="4327674"/>
            <a:ext cx="5632999" cy="1589"/>
          </a:xfrm>
          <a:prstGeom prst="line">
            <a:avLst/>
          </a:prstGeom>
          <a:noFill/>
          <a:ln w="38100" cmpd="dbl">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37" name="Text Box 34"/>
          <p:cNvSpPr txBox="1">
            <a:spLocks noChangeArrowheads="1"/>
          </p:cNvSpPr>
          <p:nvPr/>
        </p:nvSpPr>
        <p:spPr bwMode="auto">
          <a:xfrm>
            <a:off x="8832068" y="4344143"/>
            <a:ext cx="543753" cy="307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kumimoji="0" lang="zh-CN" altLang="en-US" sz="1400" dirty="0"/>
              <a:t>开发</a:t>
            </a:r>
          </a:p>
        </p:txBody>
      </p:sp>
      <p:grpSp>
        <p:nvGrpSpPr>
          <p:cNvPr id="20" name="Group 372"/>
          <p:cNvGrpSpPr>
            <a:grpSpLocks/>
          </p:cNvGrpSpPr>
          <p:nvPr/>
        </p:nvGrpSpPr>
        <p:grpSpPr bwMode="auto">
          <a:xfrm>
            <a:off x="3815577" y="5406596"/>
            <a:ext cx="5721187" cy="1193800"/>
            <a:chOff x="1654" y="3475"/>
            <a:chExt cx="1929" cy="752"/>
          </a:xfrm>
        </p:grpSpPr>
        <p:sp>
          <p:nvSpPr>
            <p:cNvPr id="39" name="AutoShape 203"/>
            <p:cNvSpPr>
              <a:spLocks noChangeArrowheads="1"/>
            </p:cNvSpPr>
            <p:nvPr/>
          </p:nvSpPr>
          <p:spPr bwMode="auto">
            <a:xfrm>
              <a:off x="1654" y="3658"/>
              <a:ext cx="1929" cy="569"/>
            </a:xfrm>
            <a:prstGeom prst="leftRightArrowCallout">
              <a:avLst>
                <a:gd name="adj1" fmla="val 25000"/>
                <a:gd name="adj2" fmla="val 25000"/>
                <a:gd name="adj3" fmla="val 42377"/>
                <a:gd name="adj4" fmla="val 50000"/>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sz="2400" b="0">
                <a:solidFill>
                  <a:schemeClr val="bg1">
                    <a:lumMod val="50000"/>
                  </a:schemeClr>
                </a:solidFill>
                <a:latin typeface="Times New Roman" panose="02020603050405020304" pitchFamily="18" charset="0"/>
                <a:ea typeface="楷体_GB2312" pitchFamily="49" charset="-122"/>
              </a:endParaRPr>
            </a:p>
          </p:txBody>
        </p:sp>
        <p:sp>
          <p:nvSpPr>
            <p:cNvPr id="40" name="Text Box 204"/>
            <p:cNvSpPr txBox="1">
              <a:spLocks noChangeArrowheads="1"/>
            </p:cNvSpPr>
            <p:nvPr/>
          </p:nvSpPr>
          <p:spPr bwMode="auto">
            <a:xfrm>
              <a:off x="2279" y="3475"/>
              <a:ext cx="73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1400" b="0" dirty="0">
                  <a:solidFill>
                    <a:schemeClr val="bg1">
                      <a:lumMod val="50000"/>
                    </a:schemeClr>
                  </a:solidFill>
                  <a:latin typeface="微软雅黑" panose="020B0503020204020204" pitchFamily="34" charset="-122"/>
                  <a:ea typeface="微软雅黑" panose="020B0503020204020204" pitchFamily="34" charset="-122"/>
                </a:rPr>
                <a:t>数据库管理系统</a:t>
              </a:r>
              <a:r>
                <a:rPr lang="en-US" altLang="zh-CN" sz="1400" b="0" dirty="0">
                  <a:solidFill>
                    <a:schemeClr val="bg1">
                      <a:lumMod val="50000"/>
                    </a:schemeClr>
                  </a:solidFill>
                  <a:latin typeface="微软雅黑" panose="020B0503020204020204" pitchFamily="34" charset="-122"/>
                  <a:ea typeface="微软雅黑" panose="020B0503020204020204" pitchFamily="34" charset="-122"/>
                </a:rPr>
                <a:t>//DBMS</a:t>
              </a:r>
            </a:p>
          </p:txBody>
        </p:sp>
        <p:sp>
          <p:nvSpPr>
            <p:cNvPr id="41" name="Rectangle 205"/>
            <p:cNvSpPr>
              <a:spLocks noChangeArrowheads="1"/>
            </p:cNvSpPr>
            <p:nvPr/>
          </p:nvSpPr>
          <p:spPr bwMode="auto">
            <a:xfrm>
              <a:off x="2344" y="3778"/>
              <a:ext cx="56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管理数据库的一种系统软件</a:t>
              </a:r>
            </a:p>
          </p:txBody>
        </p:sp>
      </p:grpSp>
      <p:grpSp>
        <p:nvGrpSpPr>
          <p:cNvPr id="23" name="Group 373"/>
          <p:cNvGrpSpPr>
            <a:grpSpLocks/>
          </p:cNvGrpSpPr>
          <p:nvPr/>
        </p:nvGrpSpPr>
        <p:grpSpPr bwMode="auto">
          <a:xfrm>
            <a:off x="5137928" y="4929314"/>
            <a:ext cx="3076575" cy="612775"/>
            <a:chOff x="1674" y="3114"/>
            <a:chExt cx="1938" cy="386"/>
          </a:xfrm>
        </p:grpSpPr>
        <p:sp>
          <p:nvSpPr>
            <p:cNvPr id="43" name="AutoShape 206"/>
            <p:cNvSpPr>
              <a:spLocks/>
            </p:cNvSpPr>
            <p:nvPr/>
          </p:nvSpPr>
          <p:spPr bwMode="auto">
            <a:xfrm rot="5400000" flipV="1">
              <a:off x="2535" y="2423"/>
              <a:ext cx="216" cy="1938"/>
            </a:xfrm>
            <a:prstGeom prst="leftBrace">
              <a:avLst>
                <a:gd name="adj1" fmla="val 74769"/>
                <a:gd name="adj2" fmla="val 51569"/>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sz="2400" b="0">
                <a:solidFill>
                  <a:schemeClr val="bg1">
                    <a:lumMod val="50000"/>
                  </a:schemeClr>
                </a:solidFill>
                <a:latin typeface="Times New Roman" panose="02020603050405020304" pitchFamily="18" charset="0"/>
                <a:ea typeface="楷体_GB2312" pitchFamily="49" charset="-122"/>
              </a:endParaRPr>
            </a:p>
          </p:txBody>
        </p:sp>
        <p:graphicFrame>
          <p:nvGraphicFramePr>
            <p:cNvPr id="44" name="Object 207"/>
            <p:cNvGraphicFramePr>
              <a:graphicFrameLocks noChangeAspect="1"/>
            </p:cNvGraphicFramePr>
            <p:nvPr/>
          </p:nvGraphicFramePr>
          <p:xfrm flipH="1">
            <a:off x="2060" y="3114"/>
            <a:ext cx="158" cy="357"/>
          </p:xfrm>
          <a:graphic>
            <a:graphicData uri="http://schemas.openxmlformats.org/presentationml/2006/ole">
              <mc:AlternateContent xmlns:mc="http://schemas.openxmlformats.org/markup-compatibility/2006">
                <mc:Choice xmlns:v="urn:schemas-microsoft-com:vml" Requires="v">
                  <p:oleObj name="剪辑" r:id="rId8" imgW="1485900" imgH="4214813" progId="">
                    <p:embed/>
                  </p:oleObj>
                </mc:Choice>
                <mc:Fallback>
                  <p:oleObj name="剪辑" r:id="rId8" imgW="1485900" imgH="4214813" progId="">
                    <p:embed/>
                    <p:pic>
                      <p:nvPicPr>
                        <p:cNvPr id="44" name="Object 20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2060" y="3114"/>
                          <a:ext cx="158" cy="3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Text Box 208"/>
            <p:cNvSpPr txBox="1">
              <a:spLocks noChangeArrowheads="1"/>
            </p:cNvSpPr>
            <p:nvPr/>
          </p:nvSpPr>
          <p:spPr bwMode="auto">
            <a:xfrm>
              <a:off x="2217" y="3156"/>
              <a:ext cx="114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1400" b="0">
                  <a:solidFill>
                    <a:schemeClr val="bg1">
                      <a:lumMod val="50000"/>
                    </a:schemeClr>
                  </a:solidFill>
                  <a:latin typeface="微软雅黑" panose="020B0503020204020204" pitchFamily="34" charset="-122"/>
                  <a:ea typeface="微软雅黑" panose="020B0503020204020204" pitchFamily="34" charset="-122"/>
                </a:rPr>
                <a:t>数据库管理员</a:t>
              </a:r>
              <a:r>
                <a:rPr lang="en-US" altLang="zh-CN" sz="1400" b="0">
                  <a:solidFill>
                    <a:schemeClr val="bg1">
                      <a:lumMod val="50000"/>
                    </a:schemeClr>
                  </a:solidFill>
                  <a:latin typeface="微软雅黑" panose="020B0503020204020204" pitchFamily="34" charset="-122"/>
                  <a:ea typeface="微软雅黑" panose="020B0503020204020204" pitchFamily="34" charset="-122"/>
                </a:rPr>
                <a:t>//DBA</a:t>
              </a:r>
            </a:p>
          </p:txBody>
        </p:sp>
      </p:grpSp>
      <p:grpSp>
        <p:nvGrpSpPr>
          <p:cNvPr id="38" name="Group 376"/>
          <p:cNvGrpSpPr>
            <a:grpSpLocks/>
          </p:cNvGrpSpPr>
          <p:nvPr/>
        </p:nvGrpSpPr>
        <p:grpSpPr bwMode="auto">
          <a:xfrm>
            <a:off x="9282389" y="5247617"/>
            <a:ext cx="2081213" cy="1478286"/>
            <a:chOff x="3836" y="3299"/>
            <a:chExt cx="1311" cy="955"/>
          </a:xfrm>
        </p:grpSpPr>
        <p:sp>
          <p:nvSpPr>
            <p:cNvPr id="47" name="Rectangle 210"/>
            <p:cNvSpPr>
              <a:spLocks noChangeArrowheads="1"/>
            </p:cNvSpPr>
            <p:nvPr/>
          </p:nvSpPr>
          <p:spPr bwMode="auto">
            <a:xfrm>
              <a:off x="3836" y="3299"/>
              <a:ext cx="1311" cy="16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lnSpc>
                  <a:spcPct val="80000"/>
                </a:lnSpc>
                <a:defRPr/>
              </a:pPr>
              <a:r>
                <a:rPr lang="zh-CN" altLang="en-US" sz="1400" b="0">
                  <a:solidFill>
                    <a:schemeClr val="bg1">
                      <a:lumMod val="50000"/>
                    </a:schemeClr>
                  </a:solidFill>
                  <a:latin typeface="微软雅黑" panose="020B0503020204020204" pitchFamily="34" charset="-122"/>
                  <a:ea typeface="微软雅黑" panose="020B0503020204020204" pitchFamily="34" charset="-122"/>
                </a:rPr>
                <a:t>数据库应用程序</a:t>
              </a:r>
              <a:r>
                <a:rPr lang="en-US" altLang="zh-CN" sz="1400" b="0">
                  <a:solidFill>
                    <a:schemeClr val="bg1">
                      <a:lumMod val="50000"/>
                    </a:schemeClr>
                  </a:solidFill>
                  <a:latin typeface="微软雅黑" panose="020B0503020204020204" pitchFamily="34" charset="-122"/>
                  <a:ea typeface="微软雅黑" panose="020B0503020204020204" pitchFamily="34" charset="-122"/>
                </a:rPr>
                <a:t>//DBAP</a:t>
              </a:r>
            </a:p>
          </p:txBody>
        </p:sp>
        <p:sp>
          <p:nvSpPr>
            <p:cNvPr id="48" name="Rectangle 213"/>
            <p:cNvSpPr>
              <a:spLocks noChangeArrowheads="1"/>
            </p:cNvSpPr>
            <p:nvPr/>
          </p:nvSpPr>
          <p:spPr bwMode="auto">
            <a:xfrm>
              <a:off x="3894" y="3708"/>
              <a:ext cx="1203"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不同</a:t>
              </a:r>
              <a:r>
                <a:rPr lang="zh-CN" altLang="zh-CN" sz="1400" dirty="0">
                  <a:solidFill>
                    <a:schemeClr val="tx1">
                      <a:lumMod val="75000"/>
                      <a:lumOff val="25000"/>
                    </a:schemeClr>
                  </a:solidFill>
                  <a:latin typeface="微软雅黑" panose="020B0503020204020204" pitchFamily="34" charset="-122"/>
                  <a:ea typeface="微软雅黑" panose="020B0503020204020204" pitchFamily="34" charset="-122"/>
                </a:rPr>
                <a:t>用户使用的完成某功能的应用程序</a:t>
              </a:r>
            </a:p>
          </p:txBody>
        </p:sp>
        <p:sp>
          <p:nvSpPr>
            <p:cNvPr id="49" name="Text Box 214"/>
            <p:cNvSpPr txBox="1">
              <a:spLocks noChangeArrowheads="1"/>
            </p:cNvSpPr>
            <p:nvPr/>
          </p:nvSpPr>
          <p:spPr bwMode="auto">
            <a:xfrm>
              <a:off x="4271" y="3497"/>
              <a:ext cx="527"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400" b="0" dirty="0" err="1">
                  <a:solidFill>
                    <a:schemeClr val="bg1">
                      <a:lumMod val="50000"/>
                    </a:schemeClr>
                  </a:solidFill>
                  <a:ea typeface="隶书" panose="02010509060101010101" pitchFamily="49" charset="-122"/>
                </a:rPr>
                <a:t>DBAP</a:t>
              </a:r>
              <a:r>
                <a:rPr lang="en-US" altLang="zh-CN" sz="1400" b="0" dirty="0">
                  <a:solidFill>
                    <a:schemeClr val="bg1">
                      <a:lumMod val="50000"/>
                    </a:schemeClr>
                  </a:solidFill>
                  <a:ea typeface="隶书" panose="02010509060101010101" pitchFamily="49" charset="-122"/>
                </a:rPr>
                <a:t> 1</a:t>
              </a:r>
            </a:p>
          </p:txBody>
        </p:sp>
        <p:sp>
          <p:nvSpPr>
            <p:cNvPr id="50" name="Text Box 215"/>
            <p:cNvSpPr txBox="1">
              <a:spLocks noChangeArrowheads="1"/>
            </p:cNvSpPr>
            <p:nvPr/>
          </p:nvSpPr>
          <p:spPr bwMode="auto">
            <a:xfrm>
              <a:off x="4262" y="4062"/>
              <a:ext cx="565" cy="1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400" b="0" dirty="0" err="1">
                  <a:solidFill>
                    <a:schemeClr val="bg1">
                      <a:lumMod val="50000"/>
                    </a:schemeClr>
                  </a:solidFill>
                  <a:ea typeface="隶书" panose="02010509060101010101" pitchFamily="49" charset="-122"/>
                </a:rPr>
                <a:t>DBAP</a:t>
              </a:r>
              <a:r>
                <a:rPr lang="en-US" altLang="zh-CN" sz="1400" b="0" dirty="0">
                  <a:solidFill>
                    <a:schemeClr val="bg1">
                      <a:lumMod val="50000"/>
                    </a:schemeClr>
                  </a:solidFill>
                  <a:ea typeface="隶书" panose="02010509060101010101" pitchFamily="49" charset="-122"/>
                </a:rPr>
                <a:t> m</a:t>
              </a:r>
            </a:p>
          </p:txBody>
        </p:sp>
      </p:grpSp>
      <p:sp>
        <p:nvSpPr>
          <p:cNvPr id="51" name="Text Box 29"/>
          <p:cNvSpPr txBox="1">
            <a:spLocks noChangeArrowheads="1"/>
          </p:cNvSpPr>
          <p:nvPr/>
        </p:nvSpPr>
        <p:spPr bwMode="auto">
          <a:xfrm>
            <a:off x="3912796" y="6472310"/>
            <a:ext cx="1722437" cy="276225"/>
          </a:xfrm>
          <a:prstGeom prst="rect">
            <a:avLst/>
          </a:prstGeom>
          <a:solidFill>
            <a:srgbClr val="FFFF99"/>
          </a:solidFill>
          <a:ln w="9525">
            <a:solidFill>
              <a:srgbClr val="FF0000"/>
            </a:solidFill>
            <a:miter lim="800000"/>
            <a:headEnd/>
            <a:tailEnd/>
          </a:ln>
          <a:effectLst>
            <a:prstShdw prst="shdw17" dist="17961" dir="13500000">
              <a:srgbClr val="990000"/>
            </a:prstShdw>
          </a:effec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kumimoji="0" lang="zh-CN" altLang="en-US" sz="1200">
                <a:latin typeface="微软雅黑" panose="020B0503020204020204" pitchFamily="34" charset="-122"/>
                <a:ea typeface="微软雅黑" panose="020B0503020204020204" pitchFamily="34" charset="-122"/>
              </a:rPr>
              <a:t>数据库存储与查询优化</a:t>
            </a:r>
          </a:p>
        </p:txBody>
      </p:sp>
      <p:sp>
        <p:nvSpPr>
          <p:cNvPr id="52" name="Text Box 30"/>
          <p:cNvSpPr txBox="1">
            <a:spLocks noChangeArrowheads="1"/>
          </p:cNvSpPr>
          <p:nvPr/>
        </p:nvSpPr>
        <p:spPr bwMode="auto">
          <a:xfrm>
            <a:off x="7591017" y="6449678"/>
            <a:ext cx="1262063" cy="276225"/>
          </a:xfrm>
          <a:prstGeom prst="rect">
            <a:avLst/>
          </a:prstGeom>
          <a:solidFill>
            <a:srgbClr val="FFFF99"/>
          </a:solidFill>
          <a:ln w="9525">
            <a:solidFill>
              <a:srgbClr val="FF0000"/>
            </a:solidFill>
            <a:miter lim="800000"/>
            <a:headEnd/>
            <a:tailEnd/>
          </a:ln>
          <a:effectLst>
            <a:prstShdw prst="shdw17" dist="17961" dir="13500000">
              <a:srgbClr val="990000"/>
            </a:prstShdw>
          </a:effec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kumimoji="0" lang="zh-CN" altLang="en-US" sz="1200">
                <a:latin typeface="微软雅黑" panose="020B0503020204020204" pitchFamily="34" charset="-122"/>
                <a:ea typeface="微软雅黑" panose="020B0503020204020204" pitchFamily="34" charset="-122"/>
              </a:rPr>
              <a:t>数据库事务处理</a:t>
            </a:r>
          </a:p>
        </p:txBody>
      </p:sp>
      <p:sp>
        <p:nvSpPr>
          <p:cNvPr id="53" name="Text Box 34"/>
          <p:cNvSpPr txBox="1">
            <a:spLocks noChangeArrowheads="1"/>
          </p:cNvSpPr>
          <p:nvPr/>
        </p:nvSpPr>
        <p:spPr bwMode="auto">
          <a:xfrm>
            <a:off x="3835970" y="4365895"/>
            <a:ext cx="1082362" cy="307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7" tIns="45724" rIns="91447" bIns="45724">
            <a:spAutoFit/>
          </a:bodyPr>
          <a:lstStyle>
            <a:lvl1pPr>
              <a:defRPr kumimoji="1" sz="2000" b="1">
                <a:solidFill>
                  <a:schemeClr val="tx1"/>
                </a:solidFill>
                <a:latin typeface="Arial" panose="020B0604020202020204" pitchFamily="34" charset="0"/>
                <a:ea typeface="宋体" panose="02010600030101010101" pitchFamily="2" charset="-122"/>
              </a:defRPr>
            </a:lvl1pPr>
            <a:lvl2pPr marL="742950" indent="-285750">
              <a:defRPr kumimoji="1" sz="2000" b="1">
                <a:solidFill>
                  <a:schemeClr val="tx1"/>
                </a:solidFill>
                <a:latin typeface="Arial" panose="020B0604020202020204" pitchFamily="34" charset="0"/>
                <a:ea typeface="宋体" panose="02010600030101010101" pitchFamily="2" charset="-122"/>
              </a:defRPr>
            </a:lvl2pPr>
            <a:lvl3pPr marL="1143000" indent="-228600">
              <a:defRPr kumimoji="1" sz="2000" b="1">
                <a:solidFill>
                  <a:schemeClr val="tx1"/>
                </a:solidFill>
                <a:latin typeface="Arial" panose="020B0604020202020204" pitchFamily="34" charset="0"/>
                <a:ea typeface="宋体" panose="02010600030101010101" pitchFamily="2" charset="-122"/>
              </a:defRPr>
            </a:lvl3pPr>
            <a:lvl4pPr marL="1600200" indent="-228600">
              <a:defRPr kumimoji="1" sz="2000" b="1">
                <a:solidFill>
                  <a:schemeClr val="tx1"/>
                </a:solidFill>
                <a:latin typeface="Arial" panose="020B0604020202020204" pitchFamily="34" charset="0"/>
                <a:ea typeface="宋体" panose="02010600030101010101" pitchFamily="2" charset="-122"/>
              </a:defRPr>
            </a:lvl4pPr>
            <a:lvl5pPr marL="2057400" indent="-228600">
              <a:defRPr kumimoji="1"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宋体" panose="02010600030101010101" pitchFamily="2" charset="-122"/>
              </a:defRPr>
            </a:lvl9pPr>
          </a:lstStyle>
          <a:p>
            <a:pPr eaLnBrk="1" hangingPunct="1"/>
            <a:r>
              <a:rPr kumimoji="0" lang="zh-CN" altLang="en-US" sz="1400" dirty="0"/>
              <a:t>创建与应用</a:t>
            </a:r>
          </a:p>
        </p:txBody>
      </p:sp>
      <p:sp>
        <p:nvSpPr>
          <p:cNvPr id="54" name="标题 1">
            <a:extLst>
              <a:ext uri="{FF2B5EF4-FFF2-40B4-BE49-F238E27FC236}">
                <a16:creationId xmlns:a16="http://schemas.microsoft.com/office/drawing/2014/main" id="{33146C48-F9CD-4714-BA66-DB36CA0FBA3B}"/>
              </a:ext>
            </a:extLst>
          </p:cNvPr>
          <p:cNvSpPr>
            <a:spLocks noGrp="1"/>
          </p:cNvSpPr>
          <p:nvPr>
            <p:ph type="title"/>
          </p:nvPr>
        </p:nvSpPr>
        <p:spPr>
          <a:xfrm>
            <a:off x="846086" y="158202"/>
            <a:ext cx="10187152" cy="813980"/>
          </a:xfrm>
        </p:spPr>
        <p:txBody>
          <a:bodyPr/>
          <a:lstStyle/>
          <a:p>
            <a:r>
              <a:rPr lang="zh-CN" altLang="en-US"/>
              <a:t>课程概览</a:t>
            </a:r>
            <a:endParaRPr lang="zh-CN" altLang="en-US" dirty="0"/>
          </a:p>
        </p:txBody>
      </p:sp>
    </p:spTree>
    <p:extLst>
      <p:ext uri="{BB962C8B-B14F-4D97-AF65-F5344CB8AC3E}">
        <p14:creationId xmlns:p14="http://schemas.microsoft.com/office/powerpoint/2010/main" val="333261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ppt_x"/>
                                          </p:val>
                                        </p:tav>
                                        <p:tav tm="100000">
                                          <p:val>
                                            <p:strVal val="#ppt_x"/>
                                          </p:val>
                                        </p:tav>
                                      </p:tavLst>
                                    </p:anim>
                                    <p:anim calcmode="lin" valueType="num">
                                      <p:cBhvr additive="base">
                                        <p:cTn id="16" dur="500" fill="hold"/>
                                        <p:tgtEl>
                                          <p:spTgt spid="23"/>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anim calcmode="lin" valueType="num">
                                      <p:cBhvr additive="base">
                                        <p:cTn id="19" dur="500" fill="hold"/>
                                        <p:tgtEl>
                                          <p:spTgt spid="38"/>
                                        </p:tgtEl>
                                        <p:attrNameLst>
                                          <p:attrName>ppt_x</p:attrName>
                                        </p:attrNameLst>
                                      </p:cBhvr>
                                      <p:tavLst>
                                        <p:tav tm="0">
                                          <p:val>
                                            <p:strVal val="#ppt_x"/>
                                          </p:val>
                                        </p:tav>
                                        <p:tav tm="100000">
                                          <p:val>
                                            <p:strVal val="#ppt_x"/>
                                          </p:val>
                                        </p:tav>
                                      </p:tavLst>
                                    </p:anim>
                                    <p:anim calcmode="lin" valueType="num">
                                      <p:cBhvr additive="base">
                                        <p:cTn id="20"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500" fill="hold"/>
                                        <p:tgtEl>
                                          <p:spTgt spid="28"/>
                                        </p:tgtEl>
                                        <p:attrNameLst>
                                          <p:attrName>ppt_x</p:attrName>
                                        </p:attrNameLst>
                                      </p:cBhvr>
                                      <p:tavLst>
                                        <p:tav tm="0">
                                          <p:val>
                                            <p:strVal val="#ppt_x"/>
                                          </p:val>
                                        </p:tav>
                                        <p:tav tm="100000">
                                          <p:val>
                                            <p:strVal val="#ppt_x"/>
                                          </p:val>
                                        </p:tav>
                                      </p:tavLst>
                                    </p:anim>
                                    <p:anim calcmode="lin" valueType="num">
                                      <p:cBhvr additive="base">
                                        <p:cTn id="30" dur="500" fill="hold"/>
                                        <p:tgtEl>
                                          <p:spTgt spid="28"/>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fill="hold"/>
                                        <p:tgtEl>
                                          <p:spTgt spid="30"/>
                                        </p:tgtEl>
                                        <p:attrNameLst>
                                          <p:attrName>ppt_x</p:attrName>
                                        </p:attrNameLst>
                                      </p:cBhvr>
                                      <p:tavLst>
                                        <p:tav tm="0">
                                          <p:val>
                                            <p:strVal val="#ppt_x"/>
                                          </p:val>
                                        </p:tav>
                                        <p:tav tm="100000">
                                          <p:val>
                                            <p:strVal val="#ppt_x"/>
                                          </p:val>
                                        </p:tav>
                                      </p:tavLst>
                                    </p:anim>
                                    <p:anim calcmode="lin" valueType="num">
                                      <p:cBhvr additive="base">
                                        <p:cTn id="34" dur="500" fill="hold"/>
                                        <p:tgtEl>
                                          <p:spTgt spid="30"/>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anim calcmode="lin" valueType="num">
                                      <p:cBhvr additive="base">
                                        <p:cTn id="41" dur="500" fill="hold"/>
                                        <p:tgtEl>
                                          <p:spTgt spid="36"/>
                                        </p:tgtEl>
                                        <p:attrNameLst>
                                          <p:attrName>ppt_x</p:attrName>
                                        </p:attrNameLst>
                                      </p:cBhvr>
                                      <p:tavLst>
                                        <p:tav tm="0">
                                          <p:val>
                                            <p:strVal val="#ppt_x"/>
                                          </p:val>
                                        </p:tav>
                                        <p:tav tm="100000">
                                          <p:val>
                                            <p:strVal val="#ppt_x"/>
                                          </p:val>
                                        </p:tav>
                                      </p:tavLst>
                                    </p:anim>
                                    <p:anim calcmode="lin" valueType="num">
                                      <p:cBhvr additive="base">
                                        <p:cTn id="42" dur="500" fill="hold"/>
                                        <p:tgtEl>
                                          <p:spTgt spid="36"/>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anim calcmode="lin" valueType="num">
                                      <p:cBhvr additive="base">
                                        <p:cTn id="45" dur="500" fill="hold"/>
                                        <p:tgtEl>
                                          <p:spTgt spid="37"/>
                                        </p:tgtEl>
                                        <p:attrNameLst>
                                          <p:attrName>ppt_x</p:attrName>
                                        </p:attrNameLst>
                                      </p:cBhvr>
                                      <p:tavLst>
                                        <p:tav tm="0">
                                          <p:val>
                                            <p:strVal val="#ppt_x"/>
                                          </p:val>
                                        </p:tav>
                                        <p:tav tm="100000">
                                          <p:val>
                                            <p:strVal val="#ppt_x"/>
                                          </p:val>
                                        </p:tav>
                                      </p:tavLst>
                                    </p:anim>
                                    <p:anim calcmode="lin" valueType="num">
                                      <p:cBhvr additive="base">
                                        <p:cTn id="46" dur="500" fill="hold"/>
                                        <p:tgtEl>
                                          <p:spTgt spid="37"/>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00" fill="hold"/>
                                        <p:tgtEl>
                                          <p:spTgt spid="16"/>
                                        </p:tgtEl>
                                        <p:attrNameLst>
                                          <p:attrName>ppt_x</p:attrName>
                                        </p:attrNameLst>
                                      </p:cBhvr>
                                      <p:tavLst>
                                        <p:tav tm="0">
                                          <p:val>
                                            <p:strVal val="#ppt_x"/>
                                          </p:val>
                                        </p:tav>
                                        <p:tav tm="100000">
                                          <p:val>
                                            <p:strVal val="#ppt_x"/>
                                          </p:val>
                                        </p:tav>
                                      </p:tavLst>
                                    </p:anim>
                                    <p:anim calcmode="lin" valueType="num">
                                      <p:cBhvr additive="base">
                                        <p:cTn id="50" dur="500" fill="hold"/>
                                        <p:tgtEl>
                                          <p:spTgt spid="16"/>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3"/>
                                        </p:tgtEl>
                                        <p:attrNameLst>
                                          <p:attrName>style.visibility</p:attrName>
                                        </p:attrNameLst>
                                      </p:cBhvr>
                                      <p:to>
                                        <p:strVal val="visible"/>
                                      </p:to>
                                    </p:set>
                                    <p:anim calcmode="lin" valueType="num">
                                      <p:cBhvr additive="base">
                                        <p:cTn id="53" dur="500" fill="hold"/>
                                        <p:tgtEl>
                                          <p:spTgt spid="53"/>
                                        </p:tgtEl>
                                        <p:attrNameLst>
                                          <p:attrName>ppt_x</p:attrName>
                                        </p:attrNameLst>
                                      </p:cBhvr>
                                      <p:tavLst>
                                        <p:tav tm="0">
                                          <p:val>
                                            <p:strVal val="#ppt_x"/>
                                          </p:val>
                                        </p:tav>
                                        <p:tav tm="100000">
                                          <p:val>
                                            <p:strVal val="#ppt_x"/>
                                          </p:val>
                                        </p:tav>
                                      </p:tavLst>
                                    </p:anim>
                                    <p:anim calcmode="lin" valueType="num">
                                      <p:cBhvr additive="base">
                                        <p:cTn id="54"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anim calcmode="lin" valueType="num">
                                      <p:cBhvr additive="base">
                                        <p:cTn id="59" dur="500" fill="hold"/>
                                        <p:tgtEl>
                                          <p:spTgt spid="4"/>
                                        </p:tgtEl>
                                        <p:attrNameLst>
                                          <p:attrName>ppt_x</p:attrName>
                                        </p:attrNameLst>
                                      </p:cBhvr>
                                      <p:tavLst>
                                        <p:tav tm="0">
                                          <p:val>
                                            <p:strVal val="#ppt_x"/>
                                          </p:val>
                                        </p:tav>
                                        <p:tav tm="100000">
                                          <p:val>
                                            <p:strVal val="#ppt_x"/>
                                          </p:val>
                                        </p:tav>
                                      </p:tavLst>
                                    </p:anim>
                                    <p:anim calcmode="lin" valueType="num">
                                      <p:cBhvr additive="base">
                                        <p:cTn id="60" dur="500" fill="hold"/>
                                        <p:tgtEl>
                                          <p:spTgt spid="4"/>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6"/>
                                        </p:tgtEl>
                                        <p:attrNameLst>
                                          <p:attrName>style.visibility</p:attrName>
                                        </p:attrNameLst>
                                      </p:cBhvr>
                                      <p:to>
                                        <p:strVal val="visible"/>
                                      </p:to>
                                    </p:set>
                                    <p:anim calcmode="lin" valueType="num">
                                      <p:cBhvr additive="base">
                                        <p:cTn id="63" dur="500" fill="hold"/>
                                        <p:tgtEl>
                                          <p:spTgt spid="6"/>
                                        </p:tgtEl>
                                        <p:attrNameLst>
                                          <p:attrName>ppt_x</p:attrName>
                                        </p:attrNameLst>
                                      </p:cBhvr>
                                      <p:tavLst>
                                        <p:tav tm="0">
                                          <p:val>
                                            <p:strVal val="#ppt_x"/>
                                          </p:val>
                                        </p:tav>
                                        <p:tav tm="100000">
                                          <p:val>
                                            <p:strVal val="#ppt_x"/>
                                          </p:val>
                                        </p:tav>
                                      </p:tavLst>
                                    </p:anim>
                                    <p:anim calcmode="lin" valueType="num">
                                      <p:cBhvr additive="base">
                                        <p:cTn id="64" dur="500" fill="hold"/>
                                        <p:tgtEl>
                                          <p:spTgt spid="6"/>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500" fill="hold"/>
                                        <p:tgtEl>
                                          <p:spTgt spid="17"/>
                                        </p:tgtEl>
                                        <p:attrNameLst>
                                          <p:attrName>ppt_x</p:attrName>
                                        </p:attrNameLst>
                                      </p:cBhvr>
                                      <p:tavLst>
                                        <p:tav tm="0">
                                          <p:val>
                                            <p:strVal val="#ppt_x"/>
                                          </p:val>
                                        </p:tav>
                                        <p:tav tm="100000">
                                          <p:val>
                                            <p:strVal val="#ppt_x"/>
                                          </p:val>
                                        </p:tav>
                                      </p:tavLst>
                                    </p:anim>
                                    <p:anim calcmode="lin" valueType="num">
                                      <p:cBhvr additive="base">
                                        <p:cTn id="68" dur="500" fill="hold"/>
                                        <p:tgtEl>
                                          <p:spTgt spid="17"/>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6"/>
                                        </p:tgtEl>
                                        <p:attrNameLst>
                                          <p:attrName>style.visibility</p:attrName>
                                        </p:attrNameLst>
                                      </p:cBhvr>
                                      <p:to>
                                        <p:strVal val="visible"/>
                                      </p:to>
                                    </p:set>
                                    <p:anim calcmode="lin" valueType="num">
                                      <p:cBhvr additive="base">
                                        <p:cTn id="71" dur="500" fill="hold"/>
                                        <p:tgtEl>
                                          <p:spTgt spid="26"/>
                                        </p:tgtEl>
                                        <p:attrNameLst>
                                          <p:attrName>ppt_x</p:attrName>
                                        </p:attrNameLst>
                                      </p:cBhvr>
                                      <p:tavLst>
                                        <p:tav tm="0">
                                          <p:val>
                                            <p:strVal val="#ppt_x"/>
                                          </p:val>
                                        </p:tav>
                                        <p:tav tm="100000">
                                          <p:val>
                                            <p:strVal val="#ppt_x"/>
                                          </p:val>
                                        </p:tav>
                                      </p:tavLst>
                                    </p:anim>
                                    <p:anim calcmode="lin" valueType="num">
                                      <p:cBhvr additive="base">
                                        <p:cTn id="72" dur="500" fill="hold"/>
                                        <p:tgtEl>
                                          <p:spTgt spid="26"/>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anim calcmode="lin" valueType="num">
                                      <p:cBhvr additive="base">
                                        <p:cTn id="75" dur="500" fill="hold"/>
                                        <p:tgtEl>
                                          <p:spTgt spid="27"/>
                                        </p:tgtEl>
                                        <p:attrNameLst>
                                          <p:attrName>ppt_x</p:attrName>
                                        </p:attrNameLst>
                                      </p:cBhvr>
                                      <p:tavLst>
                                        <p:tav tm="0">
                                          <p:val>
                                            <p:strVal val="#ppt_x"/>
                                          </p:val>
                                        </p:tav>
                                        <p:tav tm="100000">
                                          <p:val>
                                            <p:strVal val="#ppt_x"/>
                                          </p:val>
                                        </p:tav>
                                      </p:tavLst>
                                    </p:anim>
                                    <p:anim calcmode="lin" valueType="num">
                                      <p:cBhvr additive="base">
                                        <p:cTn id="76" dur="500" fill="hold"/>
                                        <p:tgtEl>
                                          <p:spTgt spid="27"/>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31"/>
                                        </p:tgtEl>
                                        <p:attrNameLst>
                                          <p:attrName>style.visibility</p:attrName>
                                        </p:attrNameLst>
                                      </p:cBhvr>
                                      <p:to>
                                        <p:strVal val="visible"/>
                                      </p:to>
                                    </p:set>
                                    <p:anim calcmode="lin" valueType="num">
                                      <p:cBhvr additive="base">
                                        <p:cTn id="79" dur="500" fill="hold"/>
                                        <p:tgtEl>
                                          <p:spTgt spid="31"/>
                                        </p:tgtEl>
                                        <p:attrNameLst>
                                          <p:attrName>ppt_x</p:attrName>
                                        </p:attrNameLst>
                                      </p:cBhvr>
                                      <p:tavLst>
                                        <p:tav tm="0">
                                          <p:val>
                                            <p:strVal val="#ppt_x"/>
                                          </p:val>
                                        </p:tav>
                                        <p:tav tm="100000">
                                          <p:val>
                                            <p:strVal val="#ppt_x"/>
                                          </p:val>
                                        </p:tav>
                                      </p:tavLst>
                                    </p:anim>
                                    <p:anim calcmode="lin" valueType="num">
                                      <p:cBhvr additive="base">
                                        <p:cTn id="80" dur="500" fill="hold"/>
                                        <p:tgtEl>
                                          <p:spTgt spid="31"/>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32"/>
                                        </p:tgtEl>
                                        <p:attrNameLst>
                                          <p:attrName>style.visibility</p:attrName>
                                        </p:attrNameLst>
                                      </p:cBhvr>
                                      <p:to>
                                        <p:strVal val="visible"/>
                                      </p:to>
                                    </p:set>
                                    <p:anim calcmode="lin" valueType="num">
                                      <p:cBhvr additive="base">
                                        <p:cTn id="83" dur="500" fill="hold"/>
                                        <p:tgtEl>
                                          <p:spTgt spid="32"/>
                                        </p:tgtEl>
                                        <p:attrNameLst>
                                          <p:attrName>ppt_x</p:attrName>
                                        </p:attrNameLst>
                                      </p:cBhvr>
                                      <p:tavLst>
                                        <p:tav tm="0">
                                          <p:val>
                                            <p:strVal val="#ppt_x"/>
                                          </p:val>
                                        </p:tav>
                                        <p:tav tm="100000">
                                          <p:val>
                                            <p:strVal val="#ppt_x"/>
                                          </p:val>
                                        </p:tav>
                                      </p:tavLst>
                                    </p:anim>
                                    <p:anim calcmode="lin" valueType="num">
                                      <p:cBhvr additive="base">
                                        <p:cTn id="84" dur="500" fill="hold"/>
                                        <p:tgtEl>
                                          <p:spTgt spid="32"/>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29"/>
                                        </p:tgtEl>
                                        <p:attrNameLst>
                                          <p:attrName>style.visibility</p:attrName>
                                        </p:attrNameLst>
                                      </p:cBhvr>
                                      <p:to>
                                        <p:strVal val="visible"/>
                                      </p:to>
                                    </p:set>
                                    <p:anim calcmode="lin" valueType="num">
                                      <p:cBhvr additive="base">
                                        <p:cTn id="87" dur="500" fill="hold"/>
                                        <p:tgtEl>
                                          <p:spTgt spid="29"/>
                                        </p:tgtEl>
                                        <p:attrNameLst>
                                          <p:attrName>ppt_x</p:attrName>
                                        </p:attrNameLst>
                                      </p:cBhvr>
                                      <p:tavLst>
                                        <p:tav tm="0">
                                          <p:val>
                                            <p:strVal val="#ppt_x"/>
                                          </p:val>
                                        </p:tav>
                                        <p:tav tm="100000">
                                          <p:val>
                                            <p:strVal val="#ppt_x"/>
                                          </p:val>
                                        </p:tav>
                                      </p:tavLst>
                                    </p:anim>
                                    <p:anim calcmode="lin" valueType="num">
                                      <p:cBhvr additive="base">
                                        <p:cTn id="88" dur="500" fill="hold"/>
                                        <p:tgtEl>
                                          <p:spTgt spid="29"/>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10"/>
                                        </p:tgtEl>
                                        <p:attrNameLst>
                                          <p:attrName>style.visibility</p:attrName>
                                        </p:attrNameLst>
                                      </p:cBhvr>
                                      <p:to>
                                        <p:strVal val="visible"/>
                                      </p:to>
                                    </p:set>
                                    <p:anim calcmode="lin" valueType="num">
                                      <p:cBhvr additive="base">
                                        <p:cTn id="91" dur="500" fill="hold"/>
                                        <p:tgtEl>
                                          <p:spTgt spid="10"/>
                                        </p:tgtEl>
                                        <p:attrNameLst>
                                          <p:attrName>ppt_x</p:attrName>
                                        </p:attrNameLst>
                                      </p:cBhvr>
                                      <p:tavLst>
                                        <p:tav tm="0">
                                          <p:val>
                                            <p:strVal val="#ppt_x"/>
                                          </p:val>
                                        </p:tav>
                                        <p:tav tm="100000">
                                          <p:val>
                                            <p:strVal val="#ppt_x"/>
                                          </p:val>
                                        </p:tav>
                                      </p:tavLst>
                                    </p:anim>
                                    <p:anim calcmode="lin" valueType="num">
                                      <p:cBhvr additive="base">
                                        <p:cTn id="9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34"/>
                                        </p:tgtEl>
                                        <p:attrNameLst>
                                          <p:attrName>style.visibility</p:attrName>
                                        </p:attrNameLst>
                                      </p:cBhvr>
                                      <p:to>
                                        <p:strVal val="visible"/>
                                      </p:to>
                                    </p:set>
                                    <p:anim calcmode="lin" valueType="num">
                                      <p:cBhvr additive="base">
                                        <p:cTn id="97" dur="500" fill="hold"/>
                                        <p:tgtEl>
                                          <p:spTgt spid="34"/>
                                        </p:tgtEl>
                                        <p:attrNameLst>
                                          <p:attrName>ppt_x</p:attrName>
                                        </p:attrNameLst>
                                      </p:cBhvr>
                                      <p:tavLst>
                                        <p:tav tm="0">
                                          <p:val>
                                            <p:strVal val="#ppt_x"/>
                                          </p:val>
                                        </p:tav>
                                        <p:tav tm="100000">
                                          <p:val>
                                            <p:strVal val="#ppt_x"/>
                                          </p:val>
                                        </p:tav>
                                      </p:tavLst>
                                    </p:anim>
                                    <p:anim calcmode="lin" valueType="num">
                                      <p:cBhvr additive="base">
                                        <p:cTn id="9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33"/>
                                        </p:tgtEl>
                                        <p:attrNameLst>
                                          <p:attrName>style.visibility</p:attrName>
                                        </p:attrNameLst>
                                      </p:cBhvr>
                                      <p:to>
                                        <p:strVal val="visible"/>
                                      </p:to>
                                    </p:set>
                                    <p:anim calcmode="lin" valueType="num">
                                      <p:cBhvr additive="base">
                                        <p:cTn id="103" dur="500" fill="hold"/>
                                        <p:tgtEl>
                                          <p:spTgt spid="33"/>
                                        </p:tgtEl>
                                        <p:attrNameLst>
                                          <p:attrName>ppt_x</p:attrName>
                                        </p:attrNameLst>
                                      </p:cBhvr>
                                      <p:tavLst>
                                        <p:tav tm="0">
                                          <p:val>
                                            <p:strVal val="#ppt_x"/>
                                          </p:val>
                                        </p:tav>
                                        <p:tav tm="100000">
                                          <p:val>
                                            <p:strVal val="#ppt_x"/>
                                          </p:val>
                                        </p:tav>
                                      </p:tavLst>
                                    </p:anim>
                                    <p:anim calcmode="lin" valueType="num">
                                      <p:cBhvr additive="base">
                                        <p:cTn id="10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13"/>
                                        </p:tgtEl>
                                        <p:attrNameLst>
                                          <p:attrName>style.visibility</p:attrName>
                                        </p:attrNameLst>
                                      </p:cBhvr>
                                      <p:to>
                                        <p:strVal val="visible"/>
                                      </p:to>
                                    </p:set>
                                    <p:anim calcmode="lin" valueType="num">
                                      <p:cBhvr additive="base">
                                        <p:cTn id="109" dur="500" fill="hold"/>
                                        <p:tgtEl>
                                          <p:spTgt spid="13"/>
                                        </p:tgtEl>
                                        <p:attrNameLst>
                                          <p:attrName>ppt_x</p:attrName>
                                        </p:attrNameLst>
                                      </p:cBhvr>
                                      <p:tavLst>
                                        <p:tav tm="0">
                                          <p:val>
                                            <p:strVal val="#ppt_x"/>
                                          </p:val>
                                        </p:tav>
                                        <p:tav tm="100000">
                                          <p:val>
                                            <p:strVal val="#ppt_x"/>
                                          </p:val>
                                        </p:tav>
                                      </p:tavLst>
                                    </p:anim>
                                    <p:anim calcmode="lin" valueType="num">
                                      <p:cBhvr additive="base">
                                        <p:cTn id="11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14"/>
                                        </p:tgtEl>
                                        <p:attrNameLst>
                                          <p:attrName>style.visibility</p:attrName>
                                        </p:attrNameLst>
                                      </p:cBhvr>
                                      <p:to>
                                        <p:strVal val="visible"/>
                                      </p:to>
                                    </p:set>
                                    <p:anim calcmode="lin" valueType="num">
                                      <p:cBhvr additive="base">
                                        <p:cTn id="115" dur="500" fill="hold"/>
                                        <p:tgtEl>
                                          <p:spTgt spid="14"/>
                                        </p:tgtEl>
                                        <p:attrNameLst>
                                          <p:attrName>ppt_x</p:attrName>
                                        </p:attrNameLst>
                                      </p:cBhvr>
                                      <p:tavLst>
                                        <p:tav tm="0">
                                          <p:val>
                                            <p:strVal val="#ppt_x"/>
                                          </p:val>
                                        </p:tav>
                                        <p:tav tm="100000">
                                          <p:val>
                                            <p:strVal val="#ppt_x"/>
                                          </p:val>
                                        </p:tav>
                                      </p:tavLst>
                                    </p:anim>
                                    <p:anim calcmode="lin" valueType="num">
                                      <p:cBhvr additive="base">
                                        <p:cTn id="1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15"/>
                                        </p:tgtEl>
                                        <p:attrNameLst>
                                          <p:attrName>style.visibility</p:attrName>
                                        </p:attrNameLst>
                                      </p:cBhvr>
                                      <p:to>
                                        <p:strVal val="visible"/>
                                      </p:to>
                                    </p:set>
                                    <p:anim calcmode="lin" valueType="num">
                                      <p:cBhvr additive="base">
                                        <p:cTn id="121" dur="500" fill="hold"/>
                                        <p:tgtEl>
                                          <p:spTgt spid="15"/>
                                        </p:tgtEl>
                                        <p:attrNameLst>
                                          <p:attrName>ppt_x</p:attrName>
                                        </p:attrNameLst>
                                      </p:cBhvr>
                                      <p:tavLst>
                                        <p:tav tm="0">
                                          <p:val>
                                            <p:strVal val="#ppt_x"/>
                                          </p:val>
                                        </p:tav>
                                        <p:tav tm="100000">
                                          <p:val>
                                            <p:strVal val="#ppt_x"/>
                                          </p:val>
                                        </p:tav>
                                      </p:tavLst>
                                    </p:anim>
                                    <p:anim calcmode="lin" valueType="num">
                                      <p:cBhvr additive="base">
                                        <p:cTn id="12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35"/>
                                        </p:tgtEl>
                                        <p:attrNameLst>
                                          <p:attrName>style.visibility</p:attrName>
                                        </p:attrNameLst>
                                      </p:cBhvr>
                                      <p:to>
                                        <p:strVal val="visible"/>
                                      </p:to>
                                    </p:set>
                                    <p:anim calcmode="lin" valueType="num">
                                      <p:cBhvr additive="base">
                                        <p:cTn id="127" dur="500" fill="hold"/>
                                        <p:tgtEl>
                                          <p:spTgt spid="35"/>
                                        </p:tgtEl>
                                        <p:attrNameLst>
                                          <p:attrName>ppt_x</p:attrName>
                                        </p:attrNameLst>
                                      </p:cBhvr>
                                      <p:tavLst>
                                        <p:tav tm="0">
                                          <p:val>
                                            <p:strVal val="#ppt_x"/>
                                          </p:val>
                                        </p:tav>
                                        <p:tav tm="100000">
                                          <p:val>
                                            <p:strVal val="#ppt_x"/>
                                          </p:val>
                                        </p:tav>
                                      </p:tavLst>
                                    </p:anim>
                                    <p:anim calcmode="lin" valueType="num">
                                      <p:cBhvr additive="base">
                                        <p:cTn id="12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51"/>
                                        </p:tgtEl>
                                        <p:attrNameLst>
                                          <p:attrName>style.visibility</p:attrName>
                                        </p:attrNameLst>
                                      </p:cBhvr>
                                      <p:to>
                                        <p:strVal val="visible"/>
                                      </p:to>
                                    </p:set>
                                    <p:anim calcmode="lin" valueType="num">
                                      <p:cBhvr additive="base">
                                        <p:cTn id="133" dur="500" fill="hold"/>
                                        <p:tgtEl>
                                          <p:spTgt spid="51"/>
                                        </p:tgtEl>
                                        <p:attrNameLst>
                                          <p:attrName>ppt_x</p:attrName>
                                        </p:attrNameLst>
                                      </p:cBhvr>
                                      <p:tavLst>
                                        <p:tav tm="0">
                                          <p:val>
                                            <p:strVal val="#ppt_x"/>
                                          </p:val>
                                        </p:tav>
                                        <p:tav tm="100000">
                                          <p:val>
                                            <p:strVal val="#ppt_x"/>
                                          </p:val>
                                        </p:tav>
                                      </p:tavLst>
                                    </p:anim>
                                    <p:anim calcmode="lin" valueType="num">
                                      <p:cBhvr additive="base">
                                        <p:cTn id="134"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52"/>
                                        </p:tgtEl>
                                        <p:attrNameLst>
                                          <p:attrName>style.visibility</p:attrName>
                                        </p:attrNameLst>
                                      </p:cBhvr>
                                      <p:to>
                                        <p:strVal val="visible"/>
                                      </p:to>
                                    </p:set>
                                    <p:anim calcmode="lin" valueType="num">
                                      <p:cBhvr additive="base">
                                        <p:cTn id="139" dur="500" fill="hold"/>
                                        <p:tgtEl>
                                          <p:spTgt spid="52"/>
                                        </p:tgtEl>
                                        <p:attrNameLst>
                                          <p:attrName>ppt_x</p:attrName>
                                        </p:attrNameLst>
                                      </p:cBhvr>
                                      <p:tavLst>
                                        <p:tav tm="0">
                                          <p:val>
                                            <p:strVal val="#ppt_x"/>
                                          </p:val>
                                        </p:tav>
                                        <p:tav tm="100000">
                                          <p:val>
                                            <p:strVal val="#ppt_x"/>
                                          </p:val>
                                        </p:tav>
                                      </p:tavLst>
                                    </p:anim>
                                    <p:anim calcmode="lin" valueType="num">
                                      <p:cBhvr additive="base">
                                        <p:cTn id="140"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31" grpId="0"/>
      <p:bldP spid="32" grpId="0"/>
      <p:bldP spid="33" grpId="0" animBg="1"/>
      <p:bldP spid="34" grpId="0" animBg="1"/>
      <p:bldP spid="35" grpId="0" animBg="1"/>
      <p:bldP spid="37" grpId="0"/>
      <p:bldP spid="51" grpId="0" animBg="1"/>
      <p:bldP spid="52" grpId="0" animBg="1"/>
      <p:bldP spid="5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F1C70E-3211-41CE-B35C-3FA13B71A0BC}"/>
              </a:ext>
            </a:extLst>
          </p:cNvPr>
          <p:cNvSpPr>
            <a:spLocks noGrp="1"/>
          </p:cNvSpPr>
          <p:nvPr>
            <p:ph type="title"/>
          </p:nvPr>
        </p:nvSpPr>
        <p:spPr/>
        <p:txBody>
          <a:bodyPr/>
          <a:lstStyle/>
          <a:p>
            <a:r>
              <a:rPr lang="zh-CN" altLang="en-US" dirty="0"/>
              <a:t>课程资料</a:t>
            </a:r>
          </a:p>
        </p:txBody>
      </p:sp>
      <p:sp>
        <p:nvSpPr>
          <p:cNvPr id="3" name="灯片编号占位符 2">
            <a:extLst>
              <a:ext uri="{FF2B5EF4-FFF2-40B4-BE49-F238E27FC236}">
                <a16:creationId xmlns:a16="http://schemas.microsoft.com/office/drawing/2014/main" id="{991D6D8A-4713-4BDC-B1C1-1911BD49EA03}"/>
              </a:ext>
            </a:extLst>
          </p:cNvPr>
          <p:cNvSpPr>
            <a:spLocks noGrp="1"/>
          </p:cNvSpPr>
          <p:nvPr>
            <p:ph type="sldNum" sz="quarter" idx="12"/>
          </p:nvPr>
        </p:nvSpPr>
        <p:spPr/>
        <p:txBody>
          <a:bodyPr/>
          <a:lstStyle/>
          <a:p>
            <a:fld id="{F210D295-9B15-4757-888B-4FDF115DEA16}" type="slidenum">
              <a:rPr lang="zh-CN" altLang="en-US" smtClean="0"/>
              <a:pPr/>
              <a:t>10</a:t>
            </a:fld>
            <a:endParaRPr lang="zh-CN" altLang="en-US" dirty="0"/>
          </a:p>
        </p:txBody>
      </p:sp>
      <p:sp>
        <p:nvSpPr>
          <p:cNvPr id="4" name="内容占位符 3">
            <a:extLst>
              <a:ext uri="{FF2B5EF4-FFF2-40B4-BE49-F238E27FC236}">
                <a16:creationId xmlns:a16="http://schemas.microsoft.com/office/drawing/2014/main" id="{02C27743-E0EC-44BB-B154-C480FDBDC384}"/>
              </a:ext>
            </a:extLst>
          </p:cNvPr>
          <p:cNvSpPr>
            <a:spLocks noGrp="1"/>
          </p:cNvSpPr>
          <p:nvPr>
            <p:ph idx="1"/>
          </p:nvPr>
        </p:nvSpPr>
        <p:spPr>
          <a:xfrm>
            <a:off x="838199" y="1290862"/>
            <a:ext cx="8079769" cy="4910329"/>
          </a:xfrm>
        </p:spPr>
        <p:txBody>
          <a:bodyPr>
            <a:normAutofit fontScale="77500" lnSpcReduction="20000"/>
          </a:bodyPr>
          <a:lstStyle/>
          <a:p>
            <a:r>
              <a:rPr lang="zh-CN" altLang="en-US" dirty="0"/>
              <a:t>教科书</a:t>
            </a:r>
            <a:endParaRPr lang="en-US" altLang="zh-CN" dirty="0"/>
          </a:p>
          <a:p>
            <a:pPr lvl="1"/>
            <a:r>
              <a:rPr lang="zh-CN" altLang="en-US" dirty="0"/>
              <a:t>杜小勇、陈红、卢卫：数据库管理系统原理与实现，</a:t>
            </a:r>
            <a:r>
              <a:rPr lang="en-US" altLang="zh-CN" dirty="0"/>
              <a:t>2024</a:t>
            </a:r>
            <a:r>
              <a:rPr lang="zh-CN" altLang="en-US" dirty="0"/>
              <a:t>年（“</a:t>
            </a:r>
            <a:r>
              <a:rPr lang="en-US" altLang="zh-CN" dirty="0"/>
              <a:t>101</a:t>
            </a:r>
            <a:r>
              <a:rPr lang="zh-CN" altLang="en-US" dirty="0"/>
              <a:t>计划”核心教材计算机领域）</a:t>
            </a:r>
            <a:endParaRPr lang="en-US" altLang="zh-CN" dirty="0"/>
          </a:p>
          <a:p>
            <a:pPr lvl="1"/>
            <a:r>
              <a:rPr lang="zh-CN" altLang="en-US" dirty="0"/>
              <a:t>王珊，杜小勇， 陈红：数据库系统概论</a:t>
            </a:r>
            <a:r>
              <a:rPr lang="en-US" altLang="zh-CN" dirty="0"/>
              <a:t>(</a:t>
            </a:r>
            <a:r>
              <a:rPr lang="zh-CN" altLang="en-US" dirty="0"/>
              <a:t>第</a:t>
            </a:r>
            <a:r>
              <a:rPr lang="en-US" altLang="zh-CN" dirty="0"/>
              <a:t>6</a:t>
            </a:r>
            <a:r>
              <a:rPr lang="zh-CN" altLang="en-US" dirty="0"/>
              <a:t>版</a:t>
            </a:r>
            <a:r>
              <a:rPr lang="en-US" altLang="zh-CN" dirty="0"/>
              <a:t>)</a:t>
            </a:r>
            <a:r>
              <a:rPr lang="zh-CN" altLang="en-US" dirty="0"/>
              <a:t>，</a:t>
            </a:r>
            <a:r>
              <a:rPr lang="en-US" altLang="zh-CN" dirty="0"/>
              <a:t>2023</a:t>
            </a:r>
            <a:r>
              <a:rPr lang="zh-CN" altLang="en-US" dirty="0"/>
              <a:t>年</a:t>
            </a:r>
            <a:endParaRPr lang="en-US" altLang="zh-CN" dirty="0"/>
          </a:p>
          <a:p>
            <a:r>
              <a:rPr lang="zh-CN" altLang="en-US" dirty="0"/>
              <a:t>参考书</a:t>
            </a:r>
            <a:endParaRPr lang="en-US" altLang="zh-CN" dirty="0"/>
          </a:p>
          <a:p>
            <a:pPr lvl="1">
              <a:lnSpc>
                <a:spcPct val="110000"/>
              </a:lnSpc>
              <a:buFont typeface="Wingdings" pitchFamily="2" charset="2"/>
              <a:buChar char="&amp;"/>
            </a:pPr>
            <a:r>
              <a:rPr lang="en-US" altLang="zh-CN" dirty="0"/>
              <a:t>Abraham </a:t>
            </a:r>
            <a:r>
              <a:rPr lang="en-US" altLang="zh-CN" dirty="0" err="1"/>
              <a:t>Silberschatz</a:t>
            </a:r>
            <a:r>
              <a:rPr lang="zh-CN" altLang="en-US" dirty="0"/>
              <a:t>亚伯拉罕</a:t>
            </a:r>
            <a:r>
              <a:rPr lang="en-US" altLang="zh-CN" dirty="0"/>
              <a:t>.</a:t>
            </a:r>
            <a:r>
              <a:rPr lang="zh-CN" altLang="en-US" dirty="0"/>
              <a:t>西尔伯沙茨，</a:t>
            </a:r>
            <a:r>
              <a:rPr lang="en-US" altLang="zh-CN" dirty="0"/>
              <a:t>Database System Concepts, Sixth Edition, (</a:t>
            </a:r>
            <a:r>
              <a:rPr lang="zh-CN" altLang="zh-CN" dirty="0"/>
              <a:t>数据库系统概念（原书第</a:t>
            </a:r>
            <a:r>
              <a:rPr lang="en-US" altLang="zh-CN" dirty="0"/>
              <a:t>6</a:t>
            </a:r>
            <a:r>
              <a:rPr lang="zh-CN" altLang="zh-CN" dirty="0"/>
              <a:t>版）</a:t>
            </a:r>
            <a:r>
              <a:rPr lang="en-US" altLang="zh-CN" dirty="0"/>
              <a:t>) </a:t>
            </a:r>
          </a:p>
          <a:p>
            <a:pPr lvl="1">
              <a:lnSpc>
                <a:spcPct val="110000"/>
              </a:lnSpc>
              <a:buFont typeface="Wingdings" pitchFamily="2" charset="2"/>
              <a:buChar char="&amp;"/>
            </a:pPr>
            <a:r>
              <a:rPr lang="zh-CN" altLang="en-US" dirty="0"/>
              <a:t>杨金民等</a:t>
            </a:r>
            <a:r>
              <a:rPr lang="en-US" altLang="zh-CN" dirty="0"/>
              <a:t>. </a:t>
            </a:r>
            <a:r>
              <a:rPr lang="zh-CN" altLang="en-US" dirty="0"/>
              <a:t>数据库技术与应用</a:t>
            </a:r>
            <a:r>
              <a:rPr lang="en-US" altLang="zh-CN" dirty="0"/>
              <a:t>. </a:t>
            </a:r>
            <a:r>
              <a:rPr lang="zh-CN" altLang="en-US" dirty="0"/>
              <a:t>机械工业出版社华章分社，</a:t>
            </a:r>
            <a:r>
              <a:rPr lang="en-US" altLang="zh-CN" dirty="0"/>
              <a:t>2020.</a:t>
            </a:r>
          </a:p>
          <a:p>
            <a:r>
              <a:rPr lang="zh-CN" altLang="en-US" dirty="0"/>
              <a:t>参考课程</a:t>
            </a:r>
            <a:endParaRPr lang="en-US" altLang="zh-CN" dirty="0"/>
          </a:p>
          <a:p>
            <a:pPr lvl="1"/>
            <a:r>
              <a:rPr lang="zh-CN" altLang="en-US" dirty="0"/>
              <a:t>中国人民大学，王珊，</a:t>
            </a:r>
            <a:r>
              <a:rPr lang="en-US" altLang="zh-CN" dirty="0"/>
              <a:t> </a:t>
            </a:r>
            <a:r>
              <a:rPr lang="en-US" altLang="zh-CN" u="sng" dirty="0">
                <a:solidFill>
                  <a:srgbClr val="0000FF"/>
                </a:solidFill>
              </a:rPr>
              <a:t>https://www.icourse163.org/course/RUC-488001</a:t>
            </a:r>
          </a:p>
          <a:p>
            <a:pPr lvl="1"/>
            <a:r>
              <a:rPr lang="zh-CN" altLang="en-US" dirty="0"/>
              <a:t>哈工大，战德臣，</a:t>
            </a:r>
            <a:r>
              <a:rPr lang="en-US" altLang="zh-CN" u="sng" dirty="0"/>
              <a:t> </a:t>
            </a:r>
            <a:r>
              <a:rPr lang="en-US" altLang="zh-CN" u="sng" dirty="0">
                <a:solidFill>
                  <a:srgbClr val="0000FF"/>
                </a:solidFill>
              </a:rPr>
              <a:t>https://www.icourse163.org/course/HIT-1001516002</a:t>
            </a:r>
            <a:endParaRPr lang="zh-CN" altLang="en-US" dirty="0">
              <a:solidFill>
                <a:srgbClr val="0000FF"/>
              </a:solidFill>
            </a:endParaRPr>
          </a:p>
        </p:txBody>
      </p:sp>
      <p:pic>
        <p:nvPicPr>
          <p:cNvPr id="6" name="Picture 3"/>
          <p:cNvPicPr>
            <a:picLocks noChangeAspect="1" noChangeArrowheads="1"/>
          </p:cNvPicPr>
          <p:nvPr/>
        </p:nvPicPr>
        <p:blipFill>
          <a:blip r:embed="rId3" cstate="print"/>
          <a:srcRect/>
          <a:stretch>
            <a:fillRect/>
          </a:stretch>
        </p:blipFill>
        <p:spPr bwMode="auto">
          <a:xfrm>
            <a:off x="8572006" y="3747453"/>
            <a:ext cx="1479804" cy="2088400"/>
          </a:xfrm>
          <a:prstGeom prst="rect">
            <a:avLst/>
          </a:prstGeom>
          <a:noFill/>
          <a:ln w="9525">
            <a:noFill/>
            <a:miter lim="800000"/>
            <a:headEnd/>
            <a:tailEnd/>
          </a:ln>
        </p:spPr>
      </p:pic>
      <p:pic>
        <p:nvPicPr>
          <p:cNvPr id="30722" name="Picture 2" descr="http://s.cmpedu.com/images/upload/2021/2/4/1615568423299(LT800).jpg"/>
          <p:cNvPicPr>
            <a:picLocks noChangeAspect="1" noChangeArrowheads="1"/>
          </p:cNvPicPr>
          <p:nvPr/>
        </p:nvPicPr>
        <p:blipFill>
          <a:blip r:embed="rId4" cstate="print"/>
          <a:srcRect/>
          <a:stretch>
            <a:fillRect/>
          </a:stretch>
        </p:blipFill>
        <p:spPr bwMode="auto">
          <a:xfrm>
            <a:off x="10382491" y="3743166"/>
            <a:ext cx="1481561" cy="2040015"/>
          </a:xfrm>
          <a:prstGeom prst="rect">
            <a:avLst/>
          </a:prstGeom>
          <a:noFill/>
        </p:spPr>
      </p:pic>
      <p:pic>
        <p:nvPicPr>
          <p:cNvPr id="1028" name="Picture 4">
            <a:extLst>
              <a:ext uri="{FF2B5EF4-FFF2-40B4-BE49-F238E27FC236}">
                <a16:creationId xmlns:a16="http://schemas.microsoft.com/office/drawing/2014/main" id="{1F819F98-707F-6A84-4151-8F30D831C6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9607" y="822237"/>
            <a:ext cx="2765768" cy="2765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462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968E8B-4413-4065-A409-EC64EE3342C3}"/>
              </a:ext>
            </a:extLst>
          </p:cNvPr>
          <p:cNvSpPr>
            <a:spLocks noGrp="1"/>
          </p:cNvSpPr>
          <p:nvPr>
            <p:ph type="title"/>
          </p:nvPr>
        </p:nvSpPr>
        <p:spPr/>
        <p:txBody>
          <a:bodyPr>
            <a:normAutofit/>
          </a:bodyPr>
          <a:lstStyle/>
          <a:p>
            <a:r>
              <a:rPr lang="zh-CN" altLang="en-US" dirty="0"/>
              <a:t>课程</a:t>
            </a:r>
            <a:r>
              <a:rPr lang="zh-CN" altLang="en-US" dirty="0">
                <a:solidFill>
                  <a:srgbClr val="000000"/>
                </a:solidFill>
                <a:latin typeface="宋体" panose="02010600030101010101" pitchFamily="2" charset="-122"/>
              </a:rPr>
              <a:t>教学目的</a:t>
            </a:r>
            <a:endParaRPr lang="zh-CN" altLang="en-US" dirty="0"/>
          </a:p>
        </p:txBody>
      </p:sp>
      <p:sp>
        <p:nvSpPr>
          <p:cNvPr id="3" name="灯片编号占位符 2">
            <a:extLst>
              <a:ext uri="{FF2B5EF4-FFF2-40B4-BE49-F238E27FC236}">
                <a16:creationId xmlns:a16="http://schemas.microsoft.com/office/drawing/2014/main" id="{94ED153C-6A58-41FB-A293-01F723C70ED4}"/>
              </a:ext>
            </a:extLst>
          </p:cNvPr>
          <p:cNvSpPr>
            <a:spLocks noGrp="1"/>
          </p:cNvSpPr>
          <p:nvPr>
            <p:ph type="sldNum" sz="quarter" idx="12"/>
          </p:nvPr>
        </p:nvSpPr>
        <p:spPr/>
        <p:txBody>
          <a:bodyPr/>
          <a:lstStyle/>
          <a:p>
            <a:fld id="{F210D295-9B15-4757-888B-4FDF115DEA16}" type="slidenum">
              <a:rPr lang="zh-CN" altLang="en-US" smtClean="0"/>
              <a:pPr/>
              <a:t>11</a:t>
            </a:fld>
            <a:endParaRPr lang="zh-CN" altLang="en-US"/>
          </a:p>
        </p:txBody>
      </p:sp>
      <p:sp>
        <p:nvSpPr>
          <p:cNvPr id="4" name="内容占位符 3">
            <a:extLst>
              <a:ext uri="{FF2B5EF4-FFF2-40B4-BE49-F238E27FC236}">
                <a16:creationId xmlns:a16="http://schemas.microsoft.com/office/drawing/2014/main" id="{A24C33FA-18EF-4C86-AAD8-6187B742FB13}"/>
              </a:ext>
            </a:extLst>
          </p:cNvPr>
          <p:cNvSpPr>
            <a:spLocks noGrp="1"/>
          </p:cNvSpPr>
          <p:nvPr>
            <p:ph idx="1"/>
          </p:nvPr>
        </p:nvSpPr>
        <p:spPr>
          <a:xfrm>
            <a:off x="821905" y="1186953"/>
            <a:ext cx="5117757" cy="4910329"/>
          </a:xfrm>
        </p:spPr>
        <p:txBody>
          <a:bodyPr>
            <a:normAutofit/>
          </a:bodyPr>
          <a:lstStyle/>
          <a:p>
            <a:pPr>
              <a:lnSpc>
                <a:spcPct val="120000"/>
              </a:lnSpc>
              <a:spcBef>
                <a:spcPts val="0"/>
              </a:spcBef>
            </a:pPr>
            <a:r>
              <a:rPr lang="zh-CN" altLang="zh-CN" sz="1600" dirty="0">
                <a:solidFill>
                  <a:srgbClr val="FF0000"/>
                </a:solidFill>
              </a:rPr>
              <a:t>基础篇</a:t>
            </a:r>
            <a:r>
              <a:rPr lang="zh-CN" altLang="en-US" sz="1600" dirty="0"/>
              <a:t>：</a:t>
            </a:r>
            <a:r>
              <a:rPr lang="zh-CN" altLang="zh-CN" sz="1600" dirty="0"/>
              <a:t>使学生掌握数据库的基本原理，能熟练使用</a:t>
            </a:r>
            <a:r>
              <a:rPr lang="en-US" altLang="zh-CN" sz="1600" dirty="0"/>
              <a:t>SQL</a:t>
            </a:r>
            <a:r>
              <a:rPr lang="zh-CN" altLang="zh-CN" sz="1600" dirty="0"/>
              <a:t>语言在某一个数据库管理系统上进行数据库检索和操作，掌握数据库安全性和完整性的基本概念</a:t>
            </a:r>
            <a:r>
              <a:rPr lang="zh-CN" altLang="en-US" sz="1600" dirty="0"/>
              <a:t>、</a:t>
            </a:r>
            <a:r>
              <a:rPr lang="zh-CN" altLang="zh-CN" sz="1600" dirty="0"/>
              <a:t>基本方法</a:t>
            </a:r>
            <a:r>
              <a:rPr lang="zh-CN" altLang="en-US" sz="1600" dirty="0"/>
              <a:t>和常用技术</a:t>
            </a:r>
            <a:r>
              <a:rPr lang="zh-CN" altLang="zh-CN" sz="1600" dirty="0"/>
              <a:t>。</a:t>
            </a:r>
            <a:endParaRPr lang="zh-CN" altLang="en-US" sz="1600" dirty="0"/>
          </a:p>
          <a:p>
            <a:pPr>
              <a:lnSpc>
                <a:spcPct val="120000"/>
              </a:lnSpc>
              <a:spcBef>
                <a:spcPts val="0"/>
              </a:spcBef>
            </a:pPr>
            <a:endParaRPr lang="en-US" altLang="zh-CN" sz="1600" dirty="0"/>
          </a:p>
          <a:p>
            <a:pPr>
              <a:lnSpc>
                <a:spcPct val="120000"/>
              </a:lnSpc>
              <a:spcBef>
                <a:spcPts val="0"/>
              </a:spcBef>
            </a:pPr>
            <a:r>
              <a:rPr lang="zh-CN" altLang="zh-CN" sz="1600" dirty="0">
                <a:solidFill>
                  <a:srgbClr val="FF0000"/>
                </a:solidFill>
              </a:rPr>
              <a:t>数据存取篇</a:t>
            </a:r>
            <a:r>
              <a:rPr lang="zh-CN" altLang="en-US" sz="1600" dirty="0"/>
              <a:t>：</a:t>
            </a:r>
            <a:r>
              <a:rPr lang="zh-CN" altLang="zh-CN" sz="1600" dirty="0"/>
              <a:t>通过数据存取篇的学习，使学生掌握数据库存储管理与索引构建的基本原理，从而理解数据库的底层存储架构。</a:t>
            </a:r>
            <a:endParaRPr lang="en-US" altLang="zh-CN" sz="1600" dirty="0"/>
          </a:p>
          <a:p>
            <a:pPr>
              <a:lnSpc>
                <a:spcPct val="120000"/>
              </a:lnSpc>
              <a:spcBef>
                <a:spcPts val="0"/>
              </a:spcBef>
            </a:pPr>
            <a:endParaRPr lang="en-US" altLang="zh-CN" sz="1600" dirty="0"/>
          </a:p>
          <a:p>
            <a:pPr>
              <a:lnSpc>
                <a:spcPct val="120000"/>
              </a:lnSpc>
              <a:spcBef>
                <a:spcPts val="0"/>
              </a:spcBef>
            </a:pPr>
            <a:r>
              <a:rPr lang="zh-CN" altLang="zh-CN" sz="1600" dirty="0">
                <a:solidFill>
                  <a:srgbClr val="FF0000"/>
                </a:solidFill>
              </a:rPr>
              <a:t>查询</a:t>
            </a:r>
            <a:r>
              <a:rPr lang="zh-CN" altLang="en-US" sz="1600" dirty="0">
                <a:solidFill>
                  <a:srgbClr val="FF0000"/>
                </a:solidFill>
              </a:rPr>
              <a:t>和</a:t>
            </a:r>
            <a:r>
              <a:rPr lang="zh-CN" altLang="zh-CN" sz="1600" dirty="0">
                <a:solidFill>
                  <a:srgbClr val="FF0000"/>
                </a:solidFill>
              </a:rPr>
              <a:t>事务处理篇</a:t>
            </a:r>
            <a:r>
              <a:rPr lang="zh-CN" altLang="en-US" sz="1600" dirty="0"/>
              <a:t>：</a:t>
            </a:r>
            <a:r>
              <a:rPr lang="zh-CN" altLang="zh-CN" sz="1600" dirty="0"/>
              <a:t>使学生掌握数据库查询处理和优化的基本概念，掌握数据库事务处理、并发控制与恢复的基本技术。</a:t>
            </a:r>
            <a:endParaRPr lang="en-US" altLang="zh-CN" sz="1600" dirty="0"/>
          </a:p>
          <a:p>
            <a:pPr marL="0" indent="0">
              <a:lnSpc>
                <a:spcPct val="120000"/>
              </a:lnSpc>
              <a:spcBef>
                <a:spcPts val="0"/>
              </a:spcBef>
              <a:buNone/>
            </a:pPr>
            <a:endParaRPr lang="en-US" altLang="zh-CN" sz="1600" b="1" dirty="0">
              <a:solidFill>
                <a:srgbClr val="FF0000"/>
              </a:solidFill>
            </a:endParaRPr>
          </a:p>
          <a:p>
            <a:pPr>
              <a:lnSpc>
                <a:spcPct val="120000"/>
              </a:lnSpc>
              <a:spcBef>
                <a:spcPts val="0"/>
              </a:spcBef>
            </a:pPr>
            <a:r>
              <a:rPr lang="zh-CN" altLang="en-US" sz="1600" b="1" dirty="0">
                <a:solidFill>
                  <a:srgbClr val="FF0000"/>
                </a:solidFill>
              </a:rPr>
              <a:t>目标：</a:t>
            </a:r>
            <a:r>
              <a:rPr lang="zh-CN" altLang="en-US" sz="1600" dirty="0"/>
              <a:t>能运用所学技术解决实际问题，能</a:t>
            </a:r>
            <a:r>
              <a:rPr lang="zh-CN" altLang="en-US" sz="1600" b="1" dirty="0">
                <a:solidFill>
                  <a:srgbClr val="FF0000"/>
                </a:solidFill>
              </a:rPr>
              <a:t>独立编写一个小型数据库系统，</a:t>
            </a:r>
            <a:r>
              <a:rPr lang="zh-CN" altLang="en-US" sz="1600" dirty="0"/>
              <a:t>为学生从事大型信息系统软件的设计、开发和应用打下基础。</a:t>
            </a:r>
            <a:endParaRPr lang="en-US" altLang="zh-CN" sz="1600" b="1" dirty="0">
              <a:solidFill>
                <a:srgbClr val="FF0000"/>
              </a:solidFill>
            </a:endParaRPr>
          </a:p>
        </p:txBody>
      </p:sp>
      <p:pic>
        <p:nvPicPr>
          <p:cNvPr id="5" name="Picture 2"/>
          <p:cNvPicPr>
            <a:picLocks noChangeAspect="1" noChangeArrowheads="1"/>
          </p:cNvPicPr>
          <p:nvPr/>
        </p:nvPicPr>
        <p:blipFill>
          <a:blip r:embed="rId2" cstate="print"/>
          <a:srcRect/>
          <a:stretch>
            <a:fillRect/>
          </a:stretch>
        </p:blipFill>
        <p:spPr bwMode="auto">
          <a:xfrm>
            <a:off x="6367672" y="2866768"/>
            <a:ext cx="5213232" cy="2954750"/>
          </a:xfrm>
          <a:prstGeom prst="rect">
            <a:avLst/>
          </a:prstGeom>
          <a:noFill/>
          <a:ln w="9525">
            <a:noFill/>
            <a:miter lim="800000"/>
            <a:headEnd/>
            <a:tailEnd/>
          </a:ln>
        </p:spPr>
      </p:pic>
      <p:sp>
        <p:nvSpPr>
          <p:cNvPr id="6" name="TextBox 1"/>
          <p:cNvSpPr txBox="1"/>
          <p:nvPr/>
        </p:nvSpPr>
        <p:spPr>
          <a:xfrm>
            <a:off x="6826316" y="2193983"/>
            <a:ext cx="4121770" cy="379591"/>
          </a:xfrm>
          <a:prstGeom prst="rect">
            <a:avLst/>
          </a:prstGeom>
          <a:noFill/>
        </p:spPr>
        <p:txBody>
          <a:bodyPr wrap="square" lIns="0" tIns="0" rIns="0" rtlCol="0">
            <a:spAutoFit/>
          </a:bodyPr>
          <a:lstStyle/>
          <a:p>
            <a:pPr>
              <a:lnSpc>
                <a:spcPts val="2600"/>
              </a:lnSpc>
              <a:tabLst>
                <a:tab pos="4191000" algn="l"/>
                <a:tab pos="5664200" algn="l"/>
              </a:tabLst>
            </a:pPr>
            <a:r>
              <a:rPr lang="en-US" altLang="zh-CN" b="1" dirty="0" err="1">
                <a:solidFill>
                  <a:srgbClr val="000000"/>
                </a:solidFill>
                <a:latin typeface="微软雅黑" panose="020B0503020204020204" pitchFamily="18" charset="-122"/>
                <a:cs typeface="微软雅黑" panose="020B0503020204020204" pitchFamily="18" charset="-122"/>
              </a:rPr>
              <a:t>数据库系统</a:t>
            </a:r>
            <a:r>
              <a:rPr lang="zh-CN" altLang="en-US" b="1" dirty="0">
                <a:solidFill>
                  <a:srgbClr val="000000"/>
                </a:solidFill>
                <a:latin typeface="微软雅黑" panose="020B0503020204020204" pitchFamily="18" charset="-122"/>
                <a:cs typeface="微软雅黑" panose="020B0503020204020204" pitchFamily="18" charset="-122"/>
              </a:rPr>
              <a:t>实例：</a:t>
            </a:r>
            <a:r>
              <a:rPr lang="en-US" altLang="zh-CN" b="1" dirty="0" err="1">
                <a:solidFill>
                  <a:srgbClr val="000000"/>
                </a:solidFill>
                <a:latin typeface="微软雅黑" panose="020B0503020204020204" pitchFamily="18" charset="-122"/>
                <a:cs typeface="微软雅黑" panose="020B0503020204020204" pitchFamily="18" charset="-122"/>
              </a:rPr>
              <a:t>图书管理数据库系统</a:t>
            </a:r>
            <a:endParaRPr lang="en-US" altLang="zh-CN" dirty="0">
              <a:solidFill>
                <a:srgbClr val="000000"/>
              </a:solidFill>
              <a:latin typeface="新宋体" panose="02010609030101010101" pitchFamily="18" charset="-122"/>
              <a:cs typeface="新宋体" panose="02010609030101010101" pitchFamily="18" charset="-122"/>
            </a:endParaRPr>
          </a:p>
        </p:txBody>
      </p:sp>
    </p:spTree>
    <p:extLst>
      <p:ext uri="{BB962C8B-B14F-4D97-AF65-F5344CB8AC3E}">
        <p14:creationId xmlns:p14="http://schemas.microsoft.com/office/powerpoint/2010/main" val="2327909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146C48-F9CD-4714-BA66-DB36CA0FBA3B}"/>
              </a:ext>
            </a:extLst>
          </p:cNvPr>
          <p:cNvSpPr>
            <a:spLocks noGrp="1"/>
          </p:cNvSpPr>
          <p:nvPr>
            <p:ph type="title"/>
          </p:nvPr>
        </p:nvSpPr>
        <p:spPr/>
        <p:txBody>
          <a:bodyPr/>
          <a:lstStyle/>
          <a:p>
            <a:r>
              <a:rPr lang="zh-CN" altLang="en-US" dirty="0"/>
              <a:t>课时安排</a:t>
            </a:r>
          </a:p>
        </p:txBody>
      </p:sp>
      <p:sp>
        <p:nvSpPr>
          <p:cNvPr id="3" name="灯片编号占位符 2">
            <a:extLst>
              <a:ext uri="{FF2B5EF4-FFF2-40B4-BE49-F238E27FC236}">
                <a16:creationId xmlns:a16="http://schemas.microsoft.com/office/drawing/2014/main" id="{DB7BB644-B709-4FC1-9F5E-668721846D4D}"/>
              </a:ext>
            </a:extLst>
          </p:cNvPr>
          <p:cNvSpPr>
            <a:spLocks noGrp="1"/>
          </p:cNvSpPr>
          <p:nvPr>
            <p:ph type="sldNum" sz="quarter" idx="12"/>
          </p:nvPr>
        </p:nvSpPr>
        <p:spPr/>
        <p:txBody>
          <a:bodyPr/>
          <a:lstStyle/>
          <a:p>
            <a:fld id="{F210D295-9B15-4757-888B-4FDF115DEA16}" type="slidenum">
              <a:rPr lang="zh-CN" altLang="en-US" smtClean="0"/>
              <a:pPr/>
              <a:t>12</a:t>
            </a:fld>
            <a:endParaRPr lang="zh-CN" altLang="en-US"/>
          </a:p>
        </p:txBody>
      </p:sp>
      <p:sp>
        <p:nvSpPr>
          <p:cNvPr id="4" name="内容占位符 3">
            <a:extLst>
              <a:ext uri="{FF2B5EF4-FFF2-40B4-BE49-F238E27FC236}">
                <a16:creationId xmlns:a16="http://schemas.microsoft.com/office/drawing/2014/main" id="{3BAF7620-190A-4CF2-968D-53145DC5BAC2}"/>
              </a:ext>
            </a:extLst>
          </p:cNvPr>
          <p:cNvSpPr>
            <a:spLocks noGrp="1"/>
          </p:cNvSpPr>
          <p:nvPr>
            <p:ph idx="1"/>
          </p:nvPr>
        </p:nvSpPr>
        <p:spPr/>
        <p:txBody>
          <a:bodyPr/>
          <a:lstStyle/>
          <a:p>
            <a:r>
              <a:rPr lang="zh-CN" altLang="en-US" dirty="0"/>
              <a:t>授课：</a:t>
            </a:r>
            <a:r>
              <a:rPr lang="en-US" altLang="zh-CN" dirty="0"/>
              <a:t>44</a:t>
            </a:r>
            <a:r>
              <a:rPr lang="zh-CN" altLang="en-US" dirty="0"/>
              <a:t>学时</a:t>
            </a:r>
            <a:endParaRPr lang="en-US" altLang="zh-CN" dirty="0"/>
          </a:p>
          <a:p>
            <a:pPr lvl="1"/>
            <a:r>
              <a:rPr lang="en-US" altLang="zh-CN" dirty="0"/>
              <a:t>22</a:t>
            </a:r>
            <a:r>
              <a:rPr lang="zh-CN" altLang="en-US" dirty="0"/>
              <a:t>次</a:t>
            </a:r>
            <a:endParaRPr lang="en-US" altLang="zh-CN" dirty="0"/>
          </a:p>
          <a:p>
            <a:r>
              <a:rPr lang="zh-CN" altLang="en-US" dirty="0"/>
              <a:t>实验：</a:t>
            </a:r>
            <a:r>
              <a:rPr lang="en-US" altLang="zh-CN" dirty="0"/>
              <a:t>8</a:t>
            </a:r>
            <a:r>
              <a:rPr lang="zh-CN" altLang="en-US" dirty="0"/>
              <a:t>学时</a:t>
            </a:r>
            <a:endParaRPr lang="en-US" altLang="zh-CN" dirty="0"/>
          </a:p>
          <a:p>
            <a:pPr lvl="1"/>
            <a:r>
              <a:rPr lang="en-US" altLang="zh-CN" dirty="0"/>
              <a:t>6</a:t>
            </a:r>
            <a:r>
              <a:rPr lang="zh-CN" altLang="en-US" dirty="0"/>
              <a:t>次</a:t>
            </a:r>
            <a:endParaRPr lang="en-US" altLang="zh-CN" dirty="0"/>
          </a:p>
        </p:txBody>
      </p:sp>
    </p:spTree>
    <p:extLst>
      <p:ext uri="{BB962C8B-B14F-4D97-AF65-F5344CB8AC3E}">
        <p14:creationId xmlns:p14="http://schemas.microsoft.com/office/powerpoint/2010/main" val="2545969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609600" y="86080"/>
            <a:ext cx="10972800" cy="1371600"/>
          </a:xfrm>
        </p:spPr>
        <p:txBody>
          <a:bodyPr/>
          <a:lstStyle/>
          <a:p>
            <a:pPr eaLnBrk="1" hangingPunct="1"/>
            <a:r>
              <a:rPr lang="zh-CN" altLang="en-US" sz="4000" u="sng" dirty="0"/>
              <a:t>教学内容与课时安排</a:t>
            </a:r>
            <a:endParaRPr lang="en-US" altLang="zh-CN" sz="4000" u="sng" dirty="0"/>
          </a:p>
        </p:txBody>
      </p:sp>
      <p:sp>
        <p:nvSpPr>
          <p:cNvPr id="6147" name="Rectangle 3"/>
          <p:cNvSpPr>
            <a:spLocks noGrp="1" noChangeArrowheads="1"/>
          </p:cNvSpPr>
          <p:nvPr>
            <p:ph type="body" idx="1"/>
          </p:nvPr>
        </p:nvSpPr>
        <p:spPr>
          <a:xfrm>
            <a:off x="576064" y="1341439"/>
            <a:ext cx="9840416" cy="4967287"/>
          </a:xfrm>
        </p:spPr>
        <p:txBody>
          <a:bodyPr>
            <a:normAutofit/>
          </a:bodyPr>
          <a:lstStyle/>
          <a:p>
            <a:pPr eaLnBrk="1" hangingPunct="1">
              <a:buFont typeface="Wingdings" pitchFamily="2" charset="2"/>
              <a:buNone/>
            </a:pPr>
            <a:r>
              <a:rPr lang="en-US" altLang="zh-CN" sz="2400" dirty="0">
                <a:solidFill>
                  <a:srgbClr val="0000FF"/>
                </a:solidFill>
                <a:sym typeface="Wingdings" pitchFamily="2" charset="2"/>
              </a:rPr>
              <a:t> </a:t>
            </a:r>
            <a:r>
              <a:rPr lang="zh-CN" altLang="en-US" dirty="0">
                <a:ea typeface="隶书" pitchFamily="49" charset="-122"/>
              </a:rPr>
              <a:t>基础篇</a:t>
            </a:r>
          </a:p>
          <a:p>
            <a:pPr lvl="1" eaLnBrk="1" hangingPunct="1"/>
            <a:r>
              <a:rPr lang="zh-CN" altLang="en-US" sz="2400" dirty="0"/>
              <a:t>第一章  概述（</a:t>
            </a:r>
            <a:r>
              <a:rPr lang="en-US" altLang="zh-CN" sz="2400" dirty="0"/>
              <a:t>4</a:t>
            </a:r>
            <a:r>
              <a:rPr lang="zh-CN" altLang="en-US" sz="2400" dirty="0"/>
              <a:t>学时）</a:t>
            </a:r>
          </a:p>
          <a:p>
            <a:pPr lvl="1" eaLnBrk="1" hangingPunct="1"/>
            <a:r>
              <a:rPr lang="zh-CN" altLang="en-US" sz="2400" dirty="0"/>
              <a:t>第二章  关系数</a:t>
            </a:r>
            <a:r>
              <a:rPr lang="zh-CN" altLang="en-US" dirty="0"/>
              <a:t>模型（</a:t>
            </a:r>
            <a:r>
              <a:rPr lang="en-US" altLang="zh-CN" sz="2400" dirty="0"/>
              <a:t>4</a:t>
            </a:r>
            <a:r>
              <a:rPr lang="zh-CN" altLang="en-US" sz="2400" dirty="0"/>
              <a:t>学时）</a:t>
            </a:r>
          </a:p>
          <a:p>
            <a:pPr lvl="1" eaLnBrk="1" hangingPunct="1"/>
            <a:r>
              <a:rPr lang="zh-CN" altLang="en-US" sz="2400" dirty="0"/>
              <a:t>第三章  </a:t>
            </a:r>
            <a:r>
              <a:rPr lang="zh-CN" altLang="en-US" dirty="0"/>
              <a:t>关系数据库标准语言</a:t>
            </a:r>
            <a:r>
              <a:rPr lang="en-US" altLang="zh-CN" dirty="0"/>
              <a:t>SQL</a:t>
            </a:r>
            <a:r>
              <a:rPr lang="zh-CN" altLang="en-US" sz="2400" dirty="0"/>
              <a:t>（</a:t>
            </a:r>
            <a:r>
              <a:rPr lang="en-US" altLang="zh-CN" dirty="0"/>
              <a:t>4</a:t>
            </a:r>
            <a:r>
              <a:rPr lang="zh-CN" altLang="en-US" sz="2400" dirty="0"/>
              <a:t>学时）</a:t>
            </a:r>
          </a:p>
          <a:p>
            <a:pPr lvl="1" eaLnBrk="1" hangingPunct="1"/>
            <a:r>
              <a:rPr lang="zh-CN" altLang="en-US" sz="2400" dirty="0"/>
              <a:t>第四</a:t>
            </a:r>
            <a:r>
              <a:rPr lang="zh-CN" altLang="en-US" dirty="0"/>
              <a:t>章  高级</a:t>
            </a:r>
            <a:r>
              <a:rPr lang="en-US" altLang="zh-CN" dirty="0"/>
              <a:t>SQL+</a:t>
            </a:r>
            <a:r>
              <a:rPr lang="zh-CN" altLang="en-US" dirty="0"/>
              <a:t>数据库设计理论和过程</a:t>
            </a:r>
            <a:r>
              <a:rPr lang="en-US" altLang="zh-CN" dirty="0"/>
              <a:t> </a:t>
            </a:r>
            <a:r>
              <a:rPr lang="zh-CN" altLang="en-US" sz="2400" dirty="0"/>
              <a:t>（</a:t>
            </a:r>
            <a:r>
              <a:rPr lang="en-US" altLang="zh-CN" dirty="0"/>
              <a:t>10</a:t>
            </a:r>
            <a:r>
              <a:rPr lang="zh-CN" altLang="en-US" sz="2400" dirty="0"/>
              <a:t>学时）</a:t>
            </a:r>
          </a:p>
          <a:p>
            <a:pPr eaLnBrk="1" hangingPunct="1">
              <a:buFont typeface="Wingdings" pitchFamily="2" charset="2"/>
              <a:buNone/>
            </a:pPr>
            <a:r>
              <a:rPr lang="zh-CN" altLang="en-US" sz="2400" dirty="0">
                <a:solidFill>
                  <a:srgbClr val="0000FF"/>
                </a:solidFill>
                <a:sym typeface="Wingdings" pitchFamily="2" charset="2"/>
              </a:rPr>
              <a:t> </a:t>
            </a:r>
            <a:r>
              <a:rPr lang="zh-CN" altLang="en-US" b="0" i="0" dirty="0">
                <a:solidFill>
                  <a:srgbClr val="191919"/>
                </a:solidFill>
                <a:effectLst/>
                <a:highlight>
                  <a:srgbClr val="FFFFFF"/>
                </a:highlight>
                <a:latin typeface="PingFang SC"/>
              </a:rPr>
              <a:t>存取</a:t>
            </a:r>
            <a:r>
              <a:rPr lang="zh-CN" altLang="en-US" dirty="0">
                <a:ea typeface="隶书" pitchFamily="49" charset="-122"/>
              </a:rPr>
              <a:t>篇</a:t>
            </a:r>
          </a:p>
          <a:p>
            <a:pPr lvl="1" eaLnBrk="1" hangingPunct="1"/>
            <a:r>
              <a:rPr lang="zh-CN" altLang="en-US" sz="2400" dirty="0"/>
              <a:t>第</a:t>
            </a:r>
            <a:r>
              <a:rPr lang="zh-CN" altLang="en-US" dirty="0"/>
              <a:t>五</a:t>
            </a:r>
            <a:r>
              <a:rPr lang="zh-CN" altLang="en-US" sz="2400" dirty="0"/>
              <a:t>章  存储管理（</a:t>
            </a:r>
            <a:r>
              <a:rPr lang="en-US" altLang="zh-CN" sz="2400" dirty="0"/>
              <a:t>3</a:t>
            </a:r>
            <a:r>
              <a:rPr lang="zh-CN" altLang="en-US" sz="2400" dirty="0"/>
              <a:t>学时）</a:t>
            </a:r>
          </a:p>
          <a:p>
            <a:pPr lvl="1" eaLnBrk="1" hangingPunct="1"/>
            <a:r>
              <a:rPr lang="zh-CN" altLang="en-US" sz="2400" dirty="0"/>
              <a:t>第六章  索引（</a:t>
            </a:r>
            <a:r>
              <a:rPr lang="en-US" altLang="zh-CN" sz="2400" dirty="0"/>
              <a:t>3</a:t>
            </a:r>
            <a:r>
              <a:rPr lang="zh-CN" altLang="en-US" sz="2400" dirty="0"/>
              <a:t>学时）</a:t>
            </a:r>
          </a:p>
        </p:txBody>
      </p:sp>
      <p:sp>
        <p:nvSpPr>
          <p:cNvPr id="5" name="AutoShape 8"/>
          <p:cNvSpPr>
            <a:spLocks noChangeArrowheads="1"/>
          </p:cNvSpPr>
          <p:nvPr/>
        </p:nvSpPr>
        <p:spPr bwMode="auto">
          <a:xfrm>
            <a:off x="4613650" y="1166261"/>
            <a:ext cx="6119664" cy="1170665"/>
          </a:xfrm>
          <a:prstGeom prst="wedgeRectCallout">
            <a:avLst>
              <a:gd name="adj1" fmla="val -86991"/>
              <a:gd name="adj2" fmla="val -14831"/>
            </a:avLst>
          </a:prstGeom>
          <a:solidFill>
            <a:schemeClr val="bg1"/>
          </a:solidFill>
          <a:ln w="57150" cmpd="thickThin">
            <a:solidFill>
              <a:schemeClr val="bg2">
                <a:lumMod val="60000"/>
                <a:lumOff val="40000"/>
              </a:schemeClr>
            </a:solidFill>
            <a:miter lim="800000"/>
            <a:headEnd/>
            <a:tailEnd/>
          </a:ln>
        </p:spPr>
        <p:txBody>
          <a:bodyPr tIns="82800"/>
          <a:lstStyle/>
          <a:p>
            <a:pPr>
              <a:lnSpc>
                <a:spcPct val="110000"/>
              </a:lnSpc>
              <a:spcBef>
                <a:spcPct val="20000"/>
              </a:spcBef>
            </a:pPr>
            <a:r>
              <a:rPr lang="zh-CN" altLang="en-US" b="1" dirty="0">
                <a:latin typeface="Times New Roman" pitchFamily="18" charset="0"/>
              </a:rPr>
              <a:t>● </a:t>
            </a:r>
            <a:r>
              <a:rPr lang="zh-CN" altLang="en-US" sz="2200" b="1" dirty="0"/>
              <a:t>主要介绍数据库系统的基本概念和基础知识，内容包括</a:t>
            </a:r>
            <a:r>
              <a:rPr lang="zh-CN" altLang="en-US" sz="2200" b="1" dirty="0">
                <a:solidFill>
                  <a:srgbClr val="FF0000"/>
                </a:solidFill>
                <a:latin typeface="+mn-ea"/>
              </a:rPr>
              <a:t>数据库系统概述</a:t>
            </a:r>
            <a:r>
              <a:rPr lang="zh-CN" altLang="en-US" sz="2200" b="1" dirty="0"/>
              <a:t>、</a:t>
            </a:r>
            <a:r>
              <a:rPr lang="zh-CN" altLang="en-US" sz="2200" b="1" dirty="0">
                <a:solidFill>
                  <a:srgbClr val="FF0000"/>
                </a:solidFill>
                <a:latin typeface="+mn-ea"/>
              </a:rPr>
              <a:t>关系数据模型</a:t>
            </a:r>
            <a:r>
              <a:rPr lang="zh-CN" altLang="en-US" sz="2200" b="1" dirty="0"/>
              <a:t>、</a:t>
            </a:r>
            <a:r>
              <a:rPr lang="zh-CN" altLang="en-US" sz="2200" b="1" dirty="0">
                <a:solidFill>
                  <a:srgbClr val="FF0000"/>
                </a:solidFill>
                <a:latin typeface="+mn-ea"/>
              </a:rPr>
              <a:t>关系数据库标准语言</a:t>
            </a:r>
            <a:r>
              <a:rPr lang="en-US" altLang="zh-CN" sz="2200" b="1" dirty="0">
                <a:solidFill>
                  <a:srgbClr val="FF0000"/>
                </a:solidFill>
                <a:latin typeface="+mn-ea"/>
              </a:rPr>
              <a:t>SQL</a:t>
            </a:r>
            <a:r>
              <a:rPr lang="zh-CN" altLang="en-US" sz="2200" b="1" dirty="0"/>
              <a:t>、</a:t>
            </a:r>
            <a:r>
              <a:rPr lang="zh-CN" altLang="en-US" sz="2200" b="1" dirty="0">
                <a:solidFill>
                  <a:srgbClr val="FF0000"/>
                </a:solidFill>
                <a:latin typeface="+mn-ea"/>
              </a:rPr>
              <a:t>高级</a:t>
            </a:r>
            <a:r>
              <a:rPr lang="en-US" altLang="zh-CN" sz="2200" b="1" dirty="0">
                <a:solidFill>
                  <a:srgbClr val="FF0000"/>
                </a:solidFill>
                <a:latin typeface="+mn-ea"/>
              </a:rPr>
              <a:t>SQL</a:t>
            </a:r>
            <a:r>
              <a:rPr lang="zh-CN" altLang="en-US" sz="2200" b="1" dirty="0"/>
              <a:t>；</a:t>
            </a:r>
          </a:p>
        </p:txBody>
      </p:sp>
      <p:sp>
        <p:nvSpPr>
          <p:cNvPr id="2" name="AutoShape 8">
            <a:extLst>
              <a:ext uri="{FF2B5EF4-FFF2-40B4-BE49-F238E27FC236}">
                <a16:creationId xmlns:a16="http://schemas.microsoft.com/office/drawing/2014/main" id="{38B6E7EC-3A5F-C8B0-3D48-0B589967C45F}"/>
              </a:ext>
            </a:extLst>
          </p:cNvPr>
          <p:cNvSpPr>
            <a:spLocks noChangeArrowheads="1"/>
          </p:cNvSpPr>
          <p:nvPr/>
        </p:nvSpPr>
        <p:spPr bwMode="auto">
          <a:xfrm>
            <a:off x="5681329" y="3968398"/>
            <a:ext cx="4735151" cy="941059"/>
          </a:xfrm>
          <a:prstGeom prst="wedgeRectCallout">
            <a:avLst>
              <a:gd name="adj1" fmla="val -104423"/>
              <a:gd name="adj2" fmla="val -28779"/>
            </a:avLst>
          </a:prstGeom>
          <a:solidFill>
            <a:schemeClr val="bg1"/>
          </a:solidFill>
          <a:ln w="57150" cmpd="thickThin">
            <a:solidFill>
              <a:schemeClr val="bg2">
                <a:lumMod val="60000"/>
                <a:lumOff val="40000"/>
              </a:schemeClr>
            </a:solidFill>
            <a:miter lim="800000"/>
            <a:headEnd/>
            <a:tailEnd/>
          </a:ln>
        </p:spPr>
        <p:txBody>
          <a:bodyPr tIns="82800"/>
          <a:lstStyle/>
          <a:p>
            <a:pPr>
              <a:lnSpc>
                <a:spcPct val="110000"/>
              </a:lnSpc>
              <a:spcBef>
                <a:spcPct val="20000"/>
              </a:spcBef>
            </a:pPr>
            <a:r>
              <a:rPr lang="zh-CN" altLang="en-US" b="1" dirty="0">
                <a:latin typeface="Times New Roman" pitchFamily="18" charset="0"/>
              </a:rPr>
              <a:t>● </a:t>
            </a:r>
            <a:r>
              <a:rPr lang="zh-CN" altLang="en-US" sz="2200" b="1" dirty="0"/>
              <a:t>主要介绍数据库管理系统的数据存取管理，内容包括</a:t>
            </a:r>
            <a:r>
              <a:rPr lang="zh-CN" altLang="en-US" sz="2200" b="1" dirty="0">
                <a:solidFill>
                  <a:srgbClr val="FF0000"/>
                </a:solidFill>
              </a:rPr>
              <a:t>存储管理</a:t>
            </a:r>
            <a:r>
              <a:rPr lang="zh-CN" altLang="en-US" sz="2200" b="1" dirty="0"/>
              <a:t>、</a:t>
            </a:r>
            <a:r>
              <a:rPr lang="zh-CN" altLang="en-US" sz="2200" b="1" dirty="0">
                <a:solidFill>
                  <a:srgbClr val="FF0000"/>
                </a:solidFill>
              </a:rPr>
              <a:t>索引</a:t>
            </a:r>
            <a:r>
              <a:rPr lang="zh-CN" altLang="en-US" sz="2200"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609600" y="86080"/>
            <a:ext cx="10972800" cy="1371600"/>
          </a:xfrm>
        </p:spPr>
        <p:txBody>
          <a:bodyPr/>
          <a:lstStyle/>
          <a:p>
            <a:pPr eaLnBrk="1" hangingPunct="1"/>
            <a:r>
              <a:rPr lang="zh-CN" altLang="en-US" sz="4000" u="sng" dirty="0"/>
              <a:t>教学内容与课时安排</a:t>
            </a:r>
            <a:endParaRPr lang="en-US" altLang="zh-CN" sz="4000" u="sng" dirty="0"/>
          </a:p>
        </p:txBody>
      </p:sp>
      <p:sp>
        <p:nvSpPr>
          <p:cNvPr id="6147" name="Rectangle 3"/>
          <p:cNvSpPr>
            <a:spLocks noGrp="1" noChangeArrowheads="1"/>
          </p:cNvSpPr>
          <p:nvPr>
            <p:ph type="body" idx="1"/>
          </p:nvPr>
        </p:nvSpPr>
        <p:spPr>
          <a:xfrm>
            <a:off x="576064" y="1341439"/>
            <a:ext cx="9840416" cy="4967287"/>
          </a:xfrm>
        </p:spPr>
        <p:txBody>
          <a:bodyPr>
            <a:normAutofit/>
          </a:bodyPr>
          <a:lstStyle/>
          <a:p>
            <a:pPr eaLnBrk="1" hangingPunct="1">
              <a:buFont typeface="Wingdings" pitchFamily="2" charset="2"/>
              <a:buNone/>
            </a:pPr>
            <a:r>
              <a:rPr lang="en-US" altLang="zh-CN" sz="2400" dirty="0">
                <a:solidFill>
                  <a:srgbClr val="0000FF"/>
                </a:solidFill>
                <a:sym typeface="Wingdings" pitchFamily="2" charset="2"/>
              </a:rPr>
              <a:t> </a:t>
            </a:r>
            <a:r>
              <a:rPr lang="zh-CN" altLang="en-US" dirty="0">
                <a:ea typeface="隶书" pitchFamily="49" charset="-122"/>
              </a:rPr>
              <a:t>查询处理篇</a:t>
            </a:r>
          </a:p>
          <a:p>
            <a:pPr lvl="1" eaLnBrk="1" hangingPunct="1"/>
            <a:r>
              <a:rPr lang="zh-CN" altLang="en-US" sz="2400" dirty="0"/>
              <a:t>第七章  查询处理（</a:t>
            </a:r>
            <a:r>
              <a:rPr lang="en-US" altLang="zh-CN" sz="2400" dirty="0"/>
              <a:t>2</a:t>
            </a:r>
            <a:r>
              <a:rPr lang="zh-CN" altLang="en-US" sz="2400" dirty="0"/>
              <a:t>学时）</a:t>
            </a:r>
          </a:p>
          <a:p>
            <a:pPr lvl="1" eaLnBrk="1" hangingPunct="1"/>
            <a:r>
              <a:rPr lang="zh-CN" altLang="en-US" sz="2400" dirty="0"/>
              <a:t>第八章  查询优化</a:t>
            </a:r>
            <a:r>
              <a:rPr lang="zh-CN" altLang="en-US" dirty="0"/>
              <a:t>（</a:t>
            </a:r>
            <a:r>
              <a:rPr lang="en-US" altLang="zh-CN" sz="2400" dirty="0"/>
              <a:t>2</a:t>
            </a:r>
            <a:r>
              <a:rPr lang="zh-CN" altLang="en-US" sz="2400" dirty="0"/>
              <a:t>学时）</a:t>
            </a:r>
          </a:p>
          <a:p>
            <a:pPr lvl="1" eaLnBrk="1" hangingPunct="1"/>
            <a:r>
              <a:rPr lang="zh-CN" altLang="en-US" sz="2400" dirty="0"/>
              <a:t>第九章  查询执行（</a:t>
            </a:r>
            <a:r>
              <a:rPr lang="zh-CN" altLang="en-US" dirty="0"/>
              <a:t>自学</a:t>
            </a:r>
            <a:r>
              <a:rPr lang="zh-CN" altLang="en-US" sz="2400" dirty="0"/>
              <a:t>）</a:t>
            </a:r>
          </a:p>
          <a:p>
            <a:pPr eaLnBrk="1" hangingPunct="1">
              <a:buFont typeface="Wingdings" pitchFamily="2" charset="2"/>
              <a:buNone/>
            </a:pPr>
            <a:r>
              <a:rPr lang="zh-CN" altLang="en-US" sz="2400" dirty="0">
                <a:solidFill>
                  <a:srgbClr val="0000FF"/>
                </a:solidFill>
                <a:sym typeface="Wingdings" pitchFamily="2" charset="2"/>
              </a:rPr>
              <a:t> </a:t>
            </a:r>
            <a:r>
              <a:rPr lang="zh-CN" altLang="en-US" b="0" i="0" dirty="0">
                <a:solidFill>
                  <a:srgbClr val="191919"/>
                </a:solidFill>
                <a:effectLst/>
                <a:highlight>
                  <a:srgbClr val="FFFFFF"/>
                </a:highlight>
                <a:latin typeface="PingFang SC"/>
              </a:rPr>
              <a:t>事务处理</a:t>
            </a:r>
            <a:r>
              <a:rPr lang="zh-CN" altLang="en-US" dirty="0">
                <a:ea typeface="隶书" pitchFamily="49" charset="-122"/>
              </a:rPr>
              <a:t>篇</a:t>
            </a:r>
          </a:p>
          <a:p>
            <a:pPr lvl="1" eaLnBrk="1" hangingPunct="1"/>
            <a:r>
              <a:rPr lang="zh-CN" altLang="en-US" sz="2400" dirty="0"/>
              <a:t>第十章  事务处理概述（</a:t>
            </a:r>
            <a:r>
              <a:rPr lang="en-US" altLang="zh-CN" sz="2400" dirty="0"/>
              <a:t>4</a:t>
            </a:r>
            <a:r>
              <a:rPr lang="zh-CN" altLang="en-US" sz="2400" dirty="0"/>
              <a:t>学时）</a:t>
            </a:r>
          </a:p>
          <a:p>
            <a:pPr lvl="1" eaLnBrk="1" hangingPunct="1"/>
            <a:r>
              <a:rPr lang="zh-CN" altLang="en-US" sz="2400" dirty="0"/>
              <a:t>第</a:t>
            </a:r>
            <a:r>
              <a:rPr lang="zh-CN" altLang="en-US" dirty="0"/>
              <a:t>十一</a:t>
            </a:r>
            <a:r>
              <a:rPr lang="zh-CN" altLang="en-US" sz="2400" dirty="0"/>
              <a:t>章  并发控制（</a:t>
            </a:r>
            <a:r>
              <a:rPr lang="en-US" altLang="zh-CN" sz="2400" dirty="0"/>
              <a:t>4</a:t>
            </a:r>
            <a:r>
              <a:rPr lang="zh-CN" altLang="en-US" sz="2400" dirty="0"/>
              <a:t>学时）</a:t>
            </a:r>
          </a:p>
          <a:p>
            <a:pPr lvl="1" eaLnBrk="1" hangingPunct="1"/>
            <a:r>
              <a:rPr lang="zh-CN" altLang="en-US" sz="2400" dirty="0"/>
              <a:t>第十二章  数据库恢复技术（</a:t>
            </a:r>
            <a:r>
              <a:rPr lang="en-US" altLang="zh-CN" sz="2400" dirty="0"/>
              <a:t>4</a:t>
            </a:r>
            <a:r>
              <a:rPr lang="zh-CN" altLang="en-US" sz="2400" dirty="0"/>
              <a:t>学时）</a:t>
            </a:r>
            <a:endParaRPr lang="en-US" altLang="zh-CN" sz="2400" dirty="0"/>
          </a:p>
          <a:p>
            <a:pPr marL="449263" lvl="1" indent="0">
              <a:buNone/>
            </a:pPr>
            <a:r>
              <a:rPr lang="zh-CN" altLang="en-US" sz="2400" b="1" dirty="0"/>
              <a:t>     讲授</a:t>
            </a:r>
            <a:r>
              <a:rPr lang="en-US" altLang="zh-CN" sz="2400" b="1" dirty="0"/>
              <a:t>44</a:t>
            </a:r>
            <a:r>
              <a:rPr lang="zh-CN" altLang="en-US" sz="2400" b="1" dirty="0"/>
              <a:t>学时（含期末总结答疑），实验</a:t>
            </a:r>
            <a:r>
              <a:rPr lang="en-US" altLang="zh-CN" b="1" dirty="0"/>
              <a:t>8</a:t>
            </a:r>
            <a:r>
              <a:rPr lang="zh-CN" altLang="en-US" sz="2400" b="1" dirty="0"/>
              <a:t>学时。</a:t>
            </a:r>
          </a:p>
        </p:txBody>
      </p:sp>
      <p:sp>
        <p:nvSpPr>
          <p:cNvPr id="5" name="AutoShape 8"/>
          <p:cNvSpPr>
            <a:spLocks noChangeArrowheads="1"/>
          </p:cNvSpPr>
          <p:nvPr/>
        </p:nvSpPr>
        <p:spPr bwMode="auto">
          <a:xfrm>
            <a:off x="5181600" y="1166261"/>
            <a:ext cx="5551714" cy="1170665"/>
          </a:xfrm>
          <a:prstGeom prst="wedgeRectCallout">
            <a:avLst>
              <a:gd name="adj1" fmla="val -86991"/>
              <a:gd name="adj2" fmla="val -14831"/>
            </a:avLst>
          </a:prstGeom>
          <a:solidFill>
            <a:schemeClr val="bg1"/>
          </a:solidFill>
          <a:ln w="57150" cmpd="thickThin">
            <a:solidFill>
              <a:schemeClr val="bg2">
                <a:lumMod val="60000"/>
                <a:lumOff val="40000"/>
              </a:schemeClr>
            </a:solidFill>
            <a:miter lim="800000"/>
            <a:headEnd/>
            <a:tailEnd/>
          </a:ln>
        </p:spPr>
        <p:txBody>
          <a:bodyPr tIns="82800"/>
          <a:lstStyle/>
          <a:p>
            <a:pPr>
              <a:lnSpc>
                <a:spcPct val="110000"/>
              </a:lnSpc>
              <a:spcBef>
                <a:spcPct val="20000"/>
              </a:spcBef>
            </a:pPr>
            <a:r>
              <a:rPr lang="zh-CN" altLang="en-US" b="1" dirty="0">
                <a:latin typeface="Times New Roman" pitchFamily="18" charset="0"/>
              </a:rPr>
              <a:t>● </a:t>
            </a:r>
            <a:r>
              <a:rPr lang="zh-CN" altLang="en-US" sz="2200" b="1" dirty="0"/>
              <a:t>；主要介绍查询处理的过程和两个核心步骤，内容包括</a:t>
            </a:r>
            <a:r>
              <a:rPr lang="zh-CN" altLang="en-US" sz="2200" b="1" dirty="0">
                <a:solidFill>
                  <a:srgbClr val="FF0000"/>
                </a:solidFill>
              </a:rPr>
              <a:t>查询处理</a:t>
            </a:r>
            <a:r>
              <a:rPr lang="zh-CN" altLang="en-US" sz="2200" b="1" dirty="0"/>
              <a:t>、</a:t>
            </a:r>
            <a:r>
              <a:rPr lang="zh-CN" altLang="en-US" sz="2200" b="1" dirty="0">
                <a:solidFill>
                  <a:srgbClr val="FF0000"/>
                </a:solidFill>
              </a:rPr>
              <a:t>查询优化</a:t>
            </a:r>
            <a:r>
              <a:rPr lang="zh-CN" altLang="en-US" sz="2200" b="1" dirty="0"/>
              <a:t>、</a:t>
            </a:r>
            <a:r>
              <a:rPr lang="zh-CN" altLang="en-US" sz="2200" b="1" dirty="0">
                <a:solidFill>
                  <a:srgbClr val="FF0000"/>
                </a:solidFill>
              </a:rPr>
              <a:t>查询执行</a:t>
            </a:r>
            <a:r>
              <a:rPr lang="zh-CN" altLang="en-US" sz="2200" b="1" dirty="0"/>
              <a:t>；</a:t>
            </a:r>
          </a:p>
        </p:txBody>
      </p:sp>
      <p:sp>
        <p:nvSpPr>
          <p:cNvPr id="2" name="AutoShape 8">
            <a:extLst>
              <a:ext uri="{FF2B5EF4-FFF2-40B4-BE49-F238E27FC236}">
                <a16:creationId xmlns:a16="http://schemas.microsoft.com/office/drawing/2014/main" id="{38B6E7EC-3A5F-C8B0-3D48-0B589967C45F}"/>
              </a:ext>
            </a:extLst>
          </p:cNvPr>
          <p:cNvSpPr>
            <a:spLocks noChangeArrowheads="1"/>
          </p:cNvSpPr>
          <p:nvPr/>
        </p:nvSpPr>
        <p:spPr bwMode="auto">
          <a:xfrm>
            <a:off x="6096000" y="3121755"/>
            <a:ext cx="4735151" cy="1170665"/>
          </a:xfrm>
          <a:prstGeom prst="wedgeRectCallout">
            <a:avLst>
              <a:gd name="adj1" fmla="val -131550"/>
              <a:gd name="adj2" fmla="val 3610"/>
            </a:avLst>
          </a:prstGeom>
          <a:solidFill>
            <a:schemeClr val="bg1"/>
          </a:solidFill>
          <a:ln w="57150" cmpd="thickThin">
            <a:solidFill>
              <a:schemeClr val="bg2">
                <a:lumMod val="60000"/>
                <a:lumOff val="40000"/>
              </a:schemeClr>
            </a:solidFill>
            <a:miter lim="800000"/>
            <a:headEnd/>
            <a:tailEnd/>
          </a:ln>
        </p:spPr>
        <p:txBody>
          <a:bodyPr tIns="82800"/>
          <a:lstStyle/>
          <a:p>
            <a:pPr>
              <a:lnSpc>
                <a:spcPct val="110000"/>
              </a:lnSpc>
              <a:spcBef>
                <a:spcPct val="20000"/>
              </a:spcBef>
            </a:pPr>
            <a:r>
              <a:rPr lang="zh-CN" altLang="en-US" b="1" dirty="0">
                <a:latin typeface="Times New Roman" pitchFamily="18" charset="0"/>
              </a:rPr>
              <a:t>● </a:t>
            </a:r>
            <a:r>
              <a:rPr lang="zh-CN" altLang="en-US" sz="2200" b="1" dirty="0"/>
              <a:t>主要介绍事务处理的两项关键技术，内容包括</a:t>
            </a:r>
            <a:r>
              <a:rPr lang="zh-CN" altLang="en-US" sz="2200" b="1" dirty="0">
                <a:solidFill>
                  <a:srgbClr val="FF0000"/>
                </a:solidFill>
              </a:rPr>
              <a:t>事务处理概述</a:t>
            </a:r>
            <a:r>
              <a:rPr lang="zh-CN" altLang="en-US" sz="2200" b="1" dirty="0"/>
              <a:t>、</a:t>
            </a:r>
            <a:r>
              <a:rPr lang="zh-CN" altLang="en-US" sz="2200" b="1" dirty="0">
                <a:solidFill>
                  <a:srgbClr val="FF0000"/>
                </a:solidFill>
              </a:rPr>
              <a:t>并发控制</a:t>
            </a:r>
            <a:r>
              <a:rPr lang="zh-CN" altLang="en-US" sz="2200" b="1" dirty="0"/>
              <a:t>、</a:t>
            </a:r>
            <a:r>
              <a:rPr lang="zh-CN" altLang="en-US" sz="2200" b="1" dirty="0">
                <a:solidFill>
                  <a:srgbClr val="FF0000"/>
                </a:solidFill>
              </a:rPr>
              <a:t>故障恢复</a:t>
            </a:r>
            <a:r>
              <a:rPr lang="zh-CN" altLang="en-US" sz="2200" b="1" dirty="0"/>
              <a:t>。</a:t>
            </a:r>
          </a:p>
        </p:txBody>
      </p:sp>
    </p:spTree>
    <p:extLst>
      <p:ext uri="{BB962C8B-B14F-4D97-AF65-F5344CB8AC3E}">
        <p14:creationId xmlns:p14="http://schemas.microsoft.com/office/powerpoint/2010/main" val="4176576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E824FE-1596-477C-BA35-C42C0F814A96}"/>
              </a:ext>
            </a:extLst>
          </p:cNvPr>
          <p:cNvSpPr>
            <a:spLocks noGrp="1"/>
          </p:cNvSpPr>
          <p:nvPr>
            <p:ph type="title"/>
          </p:nvPr>
        </p:nvSpPr>
        <p:spPr/>
        <p:txBody>
          <a:bodyPr/>
          <a:lstStyle/>
          <a:p>
            <a:r>
              <a:rPr lang="zh-CN" altLang="en-US" dirty="0"/>
              <a:t>实验安排</a:t>
            </a:r>
          </a:p>
        </p:txBody>
      </p:sp>
      <p:sp>
        <p:nvSpPr>
          <p:cNvPr id="3" name="灯片编号占位符 2">
            <a:extLst>
              <a:ext uri="{FF2B5EF4-FFF2-40B4-BE49-F238E27FC236}">
                <a16:creationId xmlns:a16="http://schemas.microsoft.com/office/drawing/2014/main" id="{51E10EFB-C7D4-444D-8CB8-3AF883315F88}"/>
              </a:ext>
            </a:extLst>
          </p:cNvPr>
          <p:cNvSpPr>
            <a:spLocks noGrp="1"/>
          </p:cNvSpPr>
          <p:nvPr>
            <p:ph type="sldNum" sz="quarter" idx="12"/>
          </p:nvPr>
        </p:nvSpPr>
        <p:spPr/>
        <p:txBody>
          <a:bodyPr/>
          <a:lstStyle/>
          <a:p>
            <a:fld id="{F210D295-9B15-4757-888B-4FDF115DEA16}" type="slidenum">
              <a:rPr lang="zh-CN" altLang="en-US" smtClean="0"/>
              <a:pPr/>
              <a:t>15</a:t>
            </a:fld>
            <a:endParaRPr lang="zh-CN" altLang="en-US"/>
          </a:p>
        </p:txBody>
      </p:sp>
      <p:sp>
        <p:nvSpPr>
          <p:cNvPr id="4" name="内容占位符 3">
            <a:extLst>
              <a:ext uri="{FF2B5EF4-FFF2-40B4-BE49-F238E27FC236}">
                <a16:creationId xmlns:a16="http://schemas.microsoft.com/office/drawing/2014/main" id="{43CD1494-4D22-48F6-A463-E2BE8E38AA68}"/>
              </a:ext>
            </a:extLst>
          </p:cNvPr>
          <p:cNvSpPr>
            <a:spLocks noGrp="1"/>
          </p:cNvSpPr>
          <p:nvPr>
            <p:ph idx="1"/>
          </p:nvPr>
        </p:nvSpPr>
        <p:spPr/>
        <p:txBody>
          <a:bodyPr/>
          <a:lstStyle/>
          <a:p>
            <a:pPr>
              <a:lnSpc>
                <a:spcPct val="150000"/>
              </a:lnSpc>
            </a:pPr>
            <a:r>
              <a:rPr lang="en-US" altLang="zh-CN" dirty="0"/>
              <a:t>8</a:t>
            </a:r>
            <a:r>
              <a:rPr lang="zh-CN" altLang="en-US" dirty="0"/>
              <a:t>学时，共</a:t>
            </a:r>
            <a:r>
              <a:rPr lang="en-US" altLang="zh-CN" dirty="0"/>
              <a:t>6</a:t>
            </a:r>
            <a:r>
              <a:rPr lang="zh-CN" altLang="en-US" dirty="0"/>
              <a:t>次，每次</a:t>
            </a:r>
            <a:r>
              <a:rPr lang="en-US" altLang="zh-CN" dirty="0"/>
              <a:t>1-2</a:t>
            </a:r>
            <a:r>
              <a:rPr lang="zh-CN" altLang="en-US" dirty="0"/>
              <a:t>学时</a:t>
            </a:r>
            <a:endParaRPr lang="en-US" altLang="zh-CN" dirty="0"/>
          </a:p>
          <a:p>
            <a:pPr>
              <a:lnSpc>
                <a:spcPct val="150000"/>
              </a:lnSpc>
            </a:pPr>
            <a:r>
              <a:rPr lang="zh-CN" altLang="en-US" dirty="0"/>
              <a:t>每人独立完成，并通过测试</a:t>
            </a:r>
            <a:endParaRPr lang="en-US" altLang="zh-CN" dirty="0"/>
          </a:p>
          <a:p>
            <a:pPr>
              <a:lnSpc>
                <a:spcPct val="150000"/>
              </a:lnSpc>
            </a:pPr>
            <a:r>
              <a:rPr lang="zh-CN" altLang="en-US" dirty="0"/>
              <a:t>提交</a:t>
            </a:r>
          </a:p>
          <a:p>
            <a:pPr lvl="1">
              <a:lnSpc>
                <a:spcPct val="150000"/>
              </a:lnSpc>
            </a:pPr>
            <a:r>
              <a:rPr lang="zh-CN" altLang="en-US" b="1" dirty="0">
                <a:solidFill>
                  <a:srgbClr val="FF0000"/>
                </a:solidFill>
              </a:rPr>
              <a:t>实验报告</a:t>
            </a:r>
            <a:r>
              <a:rPr lang="zh-CN" altLang="en-US" dirty="0"/>
              <a:t>电子版</a:t>
            </a:r>
          </a:p>
          <a:p>
            <a:pPr lvl="1">
              <a:lnSpc>
                <a:spcPct val="150000"/>
              </a:lnSpc>
            </a:pPr>
            <a:r>
              <a:rPr lang="zh-CN" altLang="en-US" b="1" dirty="0">
                <a:solidFill>
                  <a:srgbClr val="FF0000"/>
                </a:solidFill>
              </a:rPr>
              <a:t>源代码和测试样例</a:t>
            </a:r>
            <a:r>
              <a:rPr lang="zh-CN" altLang="en-US" dirty="0"/>
              <a:t>电子版</a:t>
            </a:r>
            <a:endParaRPr lang="en-US" altLang="zh-CN" dirty="0"/>
          </a:p>
        </p:txBody>
      </p:sp>
    </p:spTree>
    <p:extLst>
      <p:ext uri="{BB962C8B-B14F-4D97-AF65-F5344CB8AC3E}">
        <p14:creationId xmlns:p14="http://schemas.microsoft.com/office/powerpoint/2010/main" val="1192862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a:xfrm>
            <a:off x="488189" y="584371"/>
            <a:ext cx="11988800" cy="5334000"/>
          </a:xfrm>
        </p:spPr>
        <p:txBody>
          <a:bodyPr/>
          <a:lstStyle/>
          <a:p>
            <a:r>
              <a:rPr lang="zh-CN" altLang="en-US" dirty="0">
                <a:ea typeface="黑体" pitchFamily="49" charset="-122"/>
              </a:rPr>
              <a:t>实验内容</a:t>
            </a:r>
            <a:endParaRPr lang="zh-CN" altLang="en-US" dirty="0"/>
          </a:p>
          <a:p>
            <a:pPr lvl="1" indent="-220663" eaLnBrk="1" hangingPunct="1">
              <a:spcAft>
                <a:spcPts val="600"/>
              </a:spcAft>
              <a:buClr>
                <a:srgbClr val="0000FF"/>
              </a:buClr>
            </a:pPr>
            <a:r>
              <a:rPr lang="zh-CN" altLang="en-US" sz="2000" dirty="0">
                <a:latin typeface="+mn-ea"/>
              </a:rPr>
              <a:t>实验一：数据库定义与操作语言 </a:t>
            </a:r>
            <a:r>
              <a:rPr lang="en-US" altLang="zh-CN" sz="2000" dirty="0">
                <a:latin typeface="+mn-ea"/>
              </a:rPr>
              <a:t>(2</a:t>
            </a:r>
            <a:r>
              <a:rPr lang="zh-CN" altLang="en-US" sz="2000" dirty="0">
                <a:latin typeface="+mn-ea"/>
              </a:rPr>
              <a:t>课时</a:t>
            </a:r>
            <a:r>
              <a:rPr lang="en-US" altLang="zh-CN" sz="2000" dirty="0">
                <a:latin typeface="+mn-ea"/>
              </a:rPr>
              <a:t>)</a:t>
            </a:r>
            <a:endParaRPr lang="zh-CN" altLang="en-US" sz="2000" dirty="0">
              <a:latin typeface="+mn-ea"/>
            </a:endParaRPr>
          </a:p>
          <a:p>
            <a:pPr lvl="2" indent="-220663" eaLnBrk="1" hangingPunct="1">
              <a:spcAft>
                <a:spcPts val="600"/>
              </a:spcAft>
              <a:buClr>
                <a:srgbClr val="0000FF"/>
              </a:buClr>
            </a:pPr>
            <a:r>
              <a:rPr lang="zh-CN" altLang="en-US" sz="1600" dirty="0">
                <a:latin typeface="+mn-ea"/>
              </a:rPr>
              <a:t>单表查询 、多表查询、复杂查询</a:t>
            </a:r>
          </a:p>
          <a:p>
            <a:pPr lvl="2" indent="-220663" eaLnBrk="1" hangingPunct="1">
              <a:spcAft>
                <a:spcPts val="600"/>
              </a:spcAft>
              <a:buClr>
                <a:srgbClr val="0000FF"/>
              </a:buClr>
            </a:pPr>
            <a:r>
              <a:rPr lang="zh-CN" altLang="en-US" sz="1600" dirty="0">
                <a:latin typeface="+mn-ea"/>
              </a:rPr>
              <a:t>数据库与表、数据更新、索引与视图</a:t>
            </a:r>
            <a:endParaRPr lang="en-US" altLang="zh-CN" sz="1600" dirty="0">
              <a:latin typeface="+mn-ea"/>
            </a:endParaRPr>
          </a:p>
          <a:p>
            <a:pPr lvl="1" indent="-220663" eaLnBrk="1" hangingPunct="1">
              <a:spcAft>
                <a:spcPts val="600"/>
              </a:spcAft>
              <a:buClr>
                <a:srgbClr val="0000FF"/>
              </a:buClr>
            </a:pPr>
            <a:r>
              <a:rPr lang="zh-CN" altLang="en-US" sz="2000" dirty="0">
                <a:latin typeface="+mn-ea"/>
              </a:rPr>
              <a:t>实验二：数据库安全性定义与检查</a:t>
            </a:r>
            <a:r>
              <a:rPr lang="en-US" altLang="zh-CN" sz="2000" dirty="0">
                <a:latin typeface="+mn-ea"/>
              </a:rPr>
              <a:t>(1</a:t>
            </a:r>
            <a:r>
              <a:rPr lang="zh-CN" altLang="en-US" sz="2000" dirty="0">
                <a:latin typeface="+mn-ea"/>
              </a:rPr>
              <a:t>课时</a:t>
            </a:r>
            <a:r>
              <a:rPr lang="en-US" altLang="zh-CN" sz="2000" dirty="0">
                <a:latin typeface="+mn-ea"/>
              </a:rPr>
              <a:t>)</a:t>
            </a:r>
          </a:p>
          <a:p>
            <a:pPr lvl="1" indent="-220663" eaLnBrk="1" hangingPunct="1">
              <a:spcAft>
                <a:spcPts val="600"/>
              </a:spcAft>
              <a:buClr>
                <a:srgbClr val="0000FF"/>
              </a:buClr>
            </a:pPr>
            <a:r>
              <a:rPr lang="zh-CN" altLang="en-US" sz="2000" dirty="0">
                <a:latin typeface="+mn-ea"/>
              </a:rPr>
              <a:t>实验三：数据库完整性定义与检查</a:t>
            </a:r>
            <a:r>
              <a:rPr lang="en-US" altLang="zh-CN" sz="2000" dirty="0">
                <a:latin typeface="+mn-ea"/>
              </a:rPr>
              <a:t>(2</a:t>
            </a:r>
            <a:r>
              <a:rPr lang="zh-CN" altLang="en-US" sz="2000" dirty="0">
                <a:latin typeface="+mn-ea"/>
              </a:rPr>
              <a:t>课时</a:t>
            </a:r>
            <a:r>
              <a:rPr lang="en-US" altLang="zh-CN" sz="2000" dirty="0">
                <a:latin typeface="+mn-ea"/>
              </a:rPr>
              <a:t>)</a:t>
            </a:r>
          </a:p>
          <a:p>
            <a:pPr lvl="1" indent="-220663" eaLnBrk="1" hangingPunct="1">
              <a:spcAft>
                <a:spcPts val="600"/>
              </a:spcAft>
              <a:buClr>
                <a:srgbClr val="0000FF"/>
              </a:buClr>
            </a:pPr>
            <a:r>
              <a:rPr lang="zh-CN" altLang="en-US" sz="2000" dirty="0">
                <a:latin typeface="+mn-ea"/>
              </a:rPr>
              <a:t>实验四：触发器</a:t>
            </a:r>
            <a:r>
              <a:rPr lang="en-US" altLang="zh-CN" sz="2000" dirty="0">
                <a:latin typeface="+mn-ea"/>
              </a:rPr>
              <a:t>(1</a:t>
            </a:r>
            <a:r>
              <a:rPr lang="zh-CN" altLang="en-US" sz="2000" dirty="0">
                <a:latin typeface="+mn-ea"/>
              </a:rPr>
              <a:t>课时</a:t>
            </a:r>
            <a:r>
              <a:rPr lang="en-US" altLang="zh-CN" sz="2000" dirty="0">
                <a:latin typeface="+mn-ea"/>
              </a:rPr>
              <a:t>)</a:t>
            </a:r>
          </a:p>
          <a:p>
            <a:pPr lvl="1" indent="-220663" eaLnBrk="1" hangingPunct="1">
              <a:spcAft>
                <a:spcPts val="600"/>
              </a:spcAft>
              <a:buClr>
                <a:srgbClr val="0000FF"/>
              </a:buClr>
            </a:pPr>
            <a:r>
              <a:rPr lang="zh-CN" altLang="en-US" sz="2000" dirty="0">
                <a:latin typeface="+mn-ea"/>
              </a:rPr>
              <a:t>实验五：数据库设计</a:t>
            </a:r>
            <a:r>
              <a:rPr lang="en-US" altLang="zh-CN" sz="2000" dirty="0">
                <a:latin typeface="+mn-ea"/>
              </a:rPr>
              <a:t>(1</a:t>
            </a:r>
            <a:r>
              <a:rPr lang="zh-CN" altLang="en-US" sz="2000" dirty="0">
                <a:latin typeface="+mn-ea"/>
              </a:rPr>
              <a:t>课时</a:t>
            </a:r>
            <a:r>
              <a:rPr lang="en-US" altLang="zh-CN" sz="2000" dirty="0">
                <a:latin typeface="+mn-ea"/>
              </a:rPr>
              <a:t>)</a:t>
            </a:r>
            <a:endParaRPr lang="zh-CN" altLang="en-US" sz="2000" dirty="0">
              <a:latin typeface="+mn-ea"/>
            </a:endParaRPr>
          </a:p>
          <a:p>
            <a:pPr lvl="1" indent="-220663" eaLnBrk="1" hangingPunct="1">
              <a:spcAft>
                <a:spcPts val="600"/>
              </a:spcAft>
              <a:buClr>
                <a:srgbClr val="0000FF"/>
              </a:buClr>
            </a:pPr>
            <a:r>
              <a:rPr lang="zh-CN" altLang="en-US" sz="2000" dirty="0">
                <a:latin typeface="+mn-ea"/>
              </a:rPr>
              <a:t>实验六：存储过程实验</a:t>
            </a:r>
            <a:r>
              <a:rPr lang="en-US" altLang="zh-CN" sz="2000" dirty="0">
                <a:latin typeface="+mn-ea"/>
              </a:rPr>
              <a:t>(1</a:t>
            </a:r>
            <a:r>
              <a:rPr lang="zh-CN" altLang="en-US" sz="2000" dirty="0">
                <a:latin typeface="+mn-ea"/>
              </a:rPr>
              <a:t>课时</a:t>
            </a:r>
            <a:r>
              <a:rPr lang="en-US" altLang="zh-CN" sz="2000" dirty="0">
                <a:latin typeface="+mn-ea"/>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E824FE-1596-477C-BA35-C42C0F814A96}"/>
              </a:ext>
            </a:extLst>
          </p:cNvPr>
          <p:cNvSpPr>
            <a:spLocks noGrp="1"/>
          </p:cNvSpPr>
          <p:nvPr>
            <p:ph type="title"/>
          </p:nvPr>
        </p:nvSpPr>
        <p:spPr/>
        <p:txBody>
          <a:bodyPr/>
          <a:lstStyle/>
          <a:p>
            <a:r>
              <a:rPr lang="zh-CN" altLang="en-US" dirty="0"/>
              <a:t>大作业安排</a:t>
            </a:r>
          </a:p>
        </p:txBody>
      </p:sp>
      <p:sp>
        <p:nvSpPr>
          <p:cNvPr id="3" name="灯片编号占位符 2">
            <a:extLst>
              <a:ext uri="{FF2B5EF4-FFF2-40B4-BE49-F238E27FC236}">
                <a16:creationId xmlns:a16="http://schemas.microsoft.com/office/drawing/2014/main" id="{51E10EFB-C7D4-444D-8CB8-3AF883315F88}"/>
              </a:ext>
            </a:extLst>
          </p:cNvPr>
          <p:cNvSpPr>
            <a:spLocks noGrp="1"/>
          </p:cNvSpPr>
          <p:nvPr>
            <p:ph type="sldNum" sz="quarter" idx="12"/>
          </p:nvPr>
        </p:nvSpPr>
        <p:spPr/>
        <p:txBody>
          <a:bodyPr/>
          <a:lstStyle/>
          <a:p>
            <a:fld id="{F210D295-9B15-4757-888B-4FDF115DEA16}" type="slidenum">
              <a:rPr lang="zh-CN" altLang="en-US" smtClean="0"/>
              <a:pPr/>
              <a:t>17</a:t>
            </a:fld>
            <a:endParaRPr lang="zh-CN" altLang="en-US"/>
          </a:p>
        </p:txBody>
      </p:sp>
      <p:sp>
        <p:nvSpPr>
          <p:cNvPr id="4" name="内容占位符 3">
            <a:extLst>
              <a:ext uri="{FF2B5EF4-FFF2-40B4-BE49-F238E27FC236}">
                <a16:creationId xmlns:a16="http://schemas.microsoft.com/office/drawing/2014/main" id="{43CD1494-4D22-48F6-A463-E2BE8E38AA68}"/>
              </a:ext>
            </a:extLst>
          </p:cNvPr>
          <p:cNvSpPr>
            <a:spLocks noGrp="1"/>
          </p:cNvSpPr>
          <p:nvPr>
            <p:ph idx="1"/>
          </p:nvPr>
        </p:nvSpPr>
        <p:spPr/>
        <p:txBody>
          <a:bodyPr/>
          <a:lstStyle/>
          <a:p>
            <a:pPr marL="450850" lvl="3" indent="-450850">
              <a:spcBef>
                <a:spcPts val="1000"/>
              </a:spcBef>
              <a:buClr>
                <a:srgbClr val="00007D"/>
              </a:buClr>
              <a:buSzPct val="90000"/>
              <a:buNone/>
            </a:pPr>
            <a:r>
              <a:rPr lang="zh-CN" altLang="en-US" sz="3200" dirty="0">
                <a:latin typeface="+mn-ea"/>
              </a:rPr>
              <a:t>要求：</a:t>
            </a:r>
            <a:endParaRPr lang="en-US" altLang="zh-CN" sz="3200" dirty="0">
              <a:latin typeface="+mn-ea"/>
            </a:endParaRPr>
          </a:p>
          <a:p>
            <a:pPr marL="450850" lvl="3" indent="-450850">
              <a:spcBef>
                <a:spcPts val="1000"/>
              </a:spcBef>
              <a:buClr>
                <a:srgbClr val="00007D"/>
              </a:buClr>
              <a:buSzPct val="90000"/>
              <a:buFont typeface="Wingdings" panose="05000000000000000000" pitchFamily="2" charset="2"/>
              <a:buChar char="n"/>
            </a:pPr>
            <a:r>
              <a:rPr lang="zh-CN" altLang="en-US" sz="2800" dirty="0"/>
              <a:t>设计数据库，并实现一个原型系统。可选择任意数据库或开发语言，最好是</a:t>
            </a:r>
            <a:r>
              <a:rPr lang="en-US" altLang="zh-CN" sz="2800" dirty="0"/>
              <a:t>Web</a:t>
            </a:r>
            <a:r>
              <a:rPr lang="zh-CN" altLang="en-US" sz="2800" dirty="0"/>
              <a:t>界面，支持移动客户端更好</a:t>
            </a:r>
            <a:endParaRPr lang="en-US" altLang="zh-CN" sz="2800" dirty="0"/>
          </a:p>
          <a:p>
            <a:r>
              <a:rPr lang="zh-CN" altLang="en-US" dirty="0"/>
              <a:t>每人独立完成，并通过测试</a:t>
            </a:r>
            <a:endParaRPr lang="en-US" altLang="zh-CN" dirty="0"/>
          </a:p>
          <a:p>
            <a:r>
              <a:rPr lang="zh-CN" altLang="en-US" dirty="0"/>
              <a:t>提交</a:t>
            </a:r>
          </a:p>
          <a:p>
            <a:pPr lvl="1"/>
            <a:r>
              <a:rPr lang="zh-CN" altLang="en-US" b="1" dirty="0">
                <a:solidFill>
                  <a:srgbClr val="FF0000"/>
                </a:solidFill>
              </a:rPr>
              <a:t>大作业报告</a:t>
            </a:r>
            <a:r>
              <a:rPr lang="zh-CN" altLang="en-US" dirty="0"/>
              <a:t>电子版</a:t>
            </a:r>
          </a:p>
          <a:p>
            <a:pPr lvl="1"/>
            <a:r>
              <a:rPr lang="zh-CN" altLang="en-US" b="1" dirty="0">
                <a:solidFill>
                  <a:srgbClr val="FF0000"/>
                </a:solidFill>
              </a:rPr>
              <a:t>源代码和测试样例</a:t>
            </a:r>
            <a:r>
              <a:rPr lang="zh-CN" altLang="en-US" dirty="0"/>
              <a:t>电子版</a:t>
            </a:r>
            <a:endParaRPr lang="en-US" altLang="zh-CN" dirty="0"/>
          </a:p>
          <a:p>
            <a:r>
              <a:rPr lang="zh-CN" altLang="en-US" dirty="0"/>
              <a:t>大作业内容</a:t>
            </a:r>
            <a:endParaRPr lang="en-US" altLang="zh-CN" dirty="0"/>
          </a:p>
          <a:p>
            <a:pPr lvl="1"/>
            <a:r>
              <a:rPr lang="zh-CN" altLang="en-US" dirty="0"/>
              <a:t>将共享至课程中心网站</a:t>
            </a:r>
          </a:p>
        </p:txBody>
      </p:sp>
    </p:spTree>
    <p:extLst>
      <p:ext uri="{BB962C8B-B14F-4D97-AF65-F5344CB8AC3E}">
        <p14:creationId xmlns:p14="http://schemas.microsoft.com/office/powerpoint/2010/main" val="1192862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E824FE-1596-477C-BA35-C42C0F814A96}"/>
              </a:ext>
            </a:extLst>
          </p:cNvPr>
          <p:cNvSpPr>
            <a:spLocks noGrp="1"/>
          </p:cNvSpPr>
          <p:nvPr>
            <p:ph type="title"/>
          </p:nvPr>
        </p:nvSpPr>
        <p:spPr/>
        <p:txBody>
          <a:bodyPr/>
          <a:lstStyle/>
          <a:p>
            <a:r>
              <a:rPr lang="zh-CN" altLang="en-US" dirty="0"/>
              <a:t>学习方式</a:t>
            </a:r>
          </a:p>
        </p:txBody>
      </p:sp>
      <p:sp>
        <p:nvSpPr>
          <p:cNvPr id="3" name="灯片编号占位符 2">
            <a:extLst>
              <a:ext uri="{FF2B5EF4-FFF2-40B4-BE49-F238E27FC236}">
                <a16:creationId xmlns:a16="http://schemas.microsoft.com/office/drawing/2014/main" id="{51E10EFB-C7D4-444D-8CB8-3AF883315F88}"/>
              </a:ext>
            </a:extLst>
          </p:cNvPr>
          <p:cNvSpPr>
            <a:spLocks noGrp="1"/>
          </p:cNvSpPr>
          <p:nvPr>
            <p:ph type="sldNum" sz="quarter" idx="12"/>
          </p:nvPr>
        </p:nvSpPr>
        <p:spPr/>
        <p:txBody>
          <a:bodyPr/>
          <a:lstStyle/>
          <a:p>
            <a:fld id="{F210D295-9B15-4757-888B-4FDF115DEA16}" type="slidenum">
              <a:rPr lang="zh-CN" altLang="en-US" smtClean="0"/>
              <a:pPr/>
              <a:t>18</a:t>
            </a:fld>
            <a:endParaRPr lang="zh-CN" altLang="en-US"/>
          </a:p>
        </p:txBody>
      </p:sp>
      <p:sp>
        <p:nvSpPr>
          <p:cNvPr id="6" name="Rectangle 3"/>
          <p:cNvSpPr>
            <a:spLocks noGrp="1" noChangeArrowheads="1"/>
          </p:cNvSpPr>
          <p:nvPr>
            <p:ph idx="1"/>
          </p:nvPr>
        </p:nvSpPr>
        <p:spPr/>
        <p:txBody>
          <a:bodyPr/>
          <a:lstStyle/>
          <a:p>
            <a:pPr eaLnBrk="1" hangingPunct="1">
              <a:lnSpc>
                <a:spcPct val="130000"/>
              </a:lnSpc>
              <a:buFont typeface="Wingdings" pitchFamily="2" charset="2"/>
              <a:buNone/>
            </a:pPr>
            <a:r>
              <a:rPr lang="en-US" altLang="zh-CN" sz="2400" dirty="0">
                <a:solidFill>
                  <a:srgbClr val="0000FF"/>
                </a:solidFill>
                <a:sym typeface="Wingdings" pitchFamily="2" charset="2"/>
              </a:rPr>
              <a:t>  </a:t>
            </a:r>
            <a:r>
              <a:rPr lang="zh-CN" altLang="en-US" dirty="0">
                <a:ea typeface="隶书" pitchFamily="49" charset="-122"/>
              </a:rPr>
              <a:t>听课</a:t>
            </a:r>
            <a:r>
              <a:rPr lang="en-US" altLang="zh-CN" dirty="0">
                <a:ea typeface="隶书" pitchFamily="49" charset="-122"/>
              </a:rPr>
              <a:t>+</a:t>
            </a:r>
            <a:r>
              <a:rPr lang="zh-CN" altLang="en-US" dirty="0">
                <a:ea typeface="隶书" pitchFamily="49" charset="-122"/>
              </a:rPr>
              <a:t>讨论</a:t>
            </a:r>
          </a:p>
          <a:p>
            <a:pPr eaLnBrk="1" hangingPunct="1">
              <a:lnSpc>
                <a:spcPct val="130000"/>
              </a:lnSpc>
              <a:buFont typeface="Wingdings" pitchFamily="2" charset="2"/>
              <a:buNone/>
            </a:pPr>
            <a:r>
              <a:rPr lang="zh-CN" altLang="en-US" dirty="0"/>
              <a:t>   </a:t>
            </a:r>
            <a:r>
              <a:rPr lang="zh-CN" altLang="en-US" sz="2400" dirty="0"/>
              <a:t>（启发式、讨论式）</a:t>
            </a:r>
          </a:p>
          <a:p>
            <a:pPr eaLnBrk="1" hangingPunct="1">
              <a:lnSpc>
                <a:spcPct val="130000"/>
              </a:lnSpc>
              <a:buFont typeface="Wingdings" pitchFamily="2" charset="2"/>
              <a:buNone/>
            </a:pPr>
            <a:r>
              <a:rPr lang="zh-CN" altLang="en-US" sz="2400" dirty="0">
                <a:solidFill>
                  <a:srgbClr val="0000FF"/>
                </a:solidFill>
                <a:sym typeface="Wingdings" pitchFamily="2" charset="2"/>
              </a:rPr>
              <a:t> </a:t>
            </a:r>
            <a:r>
              <a:rPr lang="zh-CN" altLang="en-US" dirty="0">
                <a:ea typeface="隶书" pitchFamily="49" charset="-122"/>
              </a:rPr>
              <a:t>读书</a:t>
            </a:r>
          </a:p>
          <a:p>
            <a:pPr eaLnBrk="1" hangingPunct="1">
              <a:lnSpc>
                <a:spcPct val="130000"/>
              </a:lnSpc>
              <a:buFont typeface="Wingdings" pitchFamily="2" charset="2"/>
              <a:buNone/>
            </a:pPr>
            <a:r>
              <a:rPr lang="zh-CN" altLang="en-US" dirty="0"/>
              <a:t>  </a:t>
            </a:r>
            <a:r>
              <a:rPr lang="zh-CN" altLang="en-US" sz="2400" dirty="0"/>
              <a:t>（预习、复习）</a:t>
            </a:r>
          </a:p>
          <a:p>
            <a:pPr eaLnBrk="1" hangingPunct="1">
              <a:lnSpc>
                <a:spcPct val="130000"/>
              </a:lnSpc>
              <a:buFont typeface="Wingdings" pitchFamily="2" charset="2"/>
              <a:buNone/>
            </a:pPr>
            <a:r>
              <a:rPr lang="zh-CN" altLang="en-US" sz="2400" dirty="0">
                <a:solidFill>
                  <a:srgbClr val="0000FF"/>
                </a:solidFill>
                <a:sym typeface="Wingdings" pitchFamily="2" charset="2"/>
              </a:rPr>
              <a:t> </a:t>
            </a:r>
            <a:r>
              <a:rPr lang="zh-CN" altLang="en-US" dirty="0">
                <a:ea typeface="隶书" pitchFamily="49" charset="-122"/>
              </a:rPr>
              <a:t>实验</a:t>
            </a:r>
            <a:r>
              <a:rPr lang="en-US" altLang="zh-CN" dirty="0">
                <a:ea typeface="隶书" pitchFamily="49" charset="-122"/>
              </a:rPr>
              <a:t>+</a:t>
            </a:r>
            <a:r>
              <a:rPr lang="zh-CN" altLang="en-US" dirty="0">
                <a:ea typeface="隶书" pitchFamily="49" charset="-122"/>
              </a:rPr>
              <a:t>实做</a:t>
            </a:r>
          </a:p>
          <a:p>
            <a:pPr eaLnBrk="1" hangingPunct="1">
              <a:lnSpc>
                <a:spcPct val="130000"/>
              </a:lnSpc>
              <a:buFont typeface="Wingdings" pitchFamily="2" charset="2"/>
              <a:buNone/>
            </a:pPr>
            <a:r>
              <a:rPr lang="zh-CN" altLang="en-US" dirty="0"/>
              <a:t>  </a:t>
            </a:r>
            <a:r>
              <a:rPr lang="zh-CN" altLang="en-US" sz="2400" dirty="0"/>
              <a:t>（动手、查阅资料、完成实验项目、 完成课后作业）</a:t>
            </a:r>
            <a:endParaRPr lang="en-US" altLang="zh-CN" sz="2400" dirty="0"/>
          </a:p>
        </p:txBody>
      </p:sp>
    </p:spTree>
    <p:extLst>
      <p:ext uri="{BB962C8B-B14F-4D97-AF65-F5344CB8AC3E}">
        <p14:creationId xmlns:p14="http://schemas.microsoft.com/office/powerpoint/2010/main" val="1192862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F633C-5140-4613-AE6D-198205883255}"/>
              </a:ext>
            </a:extLst>
          </p:cNvPr>
          <p:cNvSpPr>
            <a:spLocks noGrp="1"/>
          </p:cNvSpPr>
          <p:nvPr>
            <p:ph type="title"/>
          </p:nvPr>
        </p:nvSpPr>
        <p:spPr/>
        <p:txBody>
          <a:bodyPr/>
          <a:lstStyle/>
          <a:p>
            <a:r>
              <a:rPr lang="zh-CN" altLang="en-US" dirty="0"/>
              <a:t>课程评分标准</a:t>
            </a:r>
            <a:endParaRPr lang="en-US" altLang="zh-CN" dirty="0"/>
          </a:p>
        </p:txBody>
      </p:sp>
      <p:sp>
        <p:nvSpPr>
          <p:cNvPr id="3" name="灯片编号占位符 2">
            <a:extLst>
              <a:ext uri="{FF2B5EF4-FFF2-40B4-BE49-F238E27FC236}">
                <a16:creationId xmlns:a16="http://schemas.microsoft.com/office/drawing/2014/main" id="{3361BF95-25F9-45B2-AE2E-64F90A755429}"/>
              </a:ext>
            </a:extLst>
          </p:cNvPr>
          <p:cNvSpPr>
            <a:spLocks noGrp="1"/>
          </p:cNvSpPr>
          <p:nvPr>
            <p:ph type="sldNum" sz="quarter" idx="12"/>
          </p:nvPr>
        </p:nvSpPr>
        <p:spPr/>
        <p:txBody>
          <a:bodyPr/>
          <a:lstStyle/>
          <a:p>
            <a:fld id="{F210D295-9B15-4757-888B-4FDF115DEA16}" type="slidenum">
              <a:rPr lang="zh-CN" altLang="en-US" smtClean="0"/>
              <a:pPr/>
              <a:t>19</a:t>
            </a:fld>
            <a:endParaRPr lang="zh-CN" altLang="en-US"/>
          </a:p>
        </p:txBody>
      </p:sp>
      <p:sp>
        <p:nvSpPr>
          <p:cNvPr id="8" name="Rectangle 1027"/>
          <p:cNvSpPr txBox="1">
            <a:spLocks noChangeArrowheads="1"/>
          </p:cNvSpPr>
          <p:nvPr/>
        </p:nvSpPr>
        <p:spPr>
          <a:xfrm>
            <a:off x="825357" y="1590782"/>
            <a:ext cx="10972800" cy="3063411"/>
          </a:xfrm>
          <a:prstGeom prst="rect">
            <a:avLst/>
          </a:prstGeom>
        </p:spPr>
        <p:txBody>
          <a:bodyPr vert="horz" lIns="91440" tIns="45720" rIns="91440" bIns="45720" rtlCol="0">
            <a:normAutofit fontScale="62500" lnSpcReduction="20000"/>
          </a:bodyPr>
          <a:lstStyle/>
          <a:p>
            <a:pPr marL="450850" marR="0" lvl="0" indent="-450850" algn="l" defTabSz="914400" rtl="0" eaLnBrk="1" fontAlgn="auto" latinLnBrk="0" hangingPunct="1">
              <a:lnSpc>
                <a:spcPct val="170000"/>
              </a:lnSpc>
              <a:spcBef>
                <a:spcPts val="1000"/>
              </a:spcBef>
              <a:spcAft>
                <a:spcPts val="0"/>
              </a:spcAft>
              <a:buClr>
                <a:srgbClr val="00007D"/>
              </a:buClr>
              <a:buSzPct val="90000"/>
              <a:buFont typeface="Wingdings" panose="05000000000000000000" pitchFamily="2" charset="2"/>
              <a:buChar char="n"/>
              <a:tabLst/>
              <a:defRPr/>
            </a:pPr>
            <a:r>
              <a:rPr lang="zh-CN" altLang="en-US" sz="2600" dirty="0">
                <a:latin typeface="Arial" panose="020B0604020202020204" pitchFamily="34" charset="0"/>
                <a:ea typeface="微软雅黑" panose="020B0503020204020204" pitchFamily="34" charset="-122"/>
              </a:rPr>
              <a:t>平时成绩</a:t>
            </a:r>
            <a:r>
              <a:rPr lang="en-US" altLang="zh-CN" sz="2600" dirty="0">
                <a:latin typeface="Arial" panose="020B0604020202020204" pitchFamily="34" charset="0"/>
                <a:ea typeface="微软雅黑" panose="020B0503020204020204" pitchFamily="34" charset="-122"/>
              </a:rPr>
              <a:t>1</a:t>
            </a:r>
            <a:r>
              <a:rPr lang="zh-CN" altLang="en-US" sz="2600" dirty="0">
                <a:latin typeface="Arial" panose="020B0604020202020204" pitchFamily="34" charset="0"/>
                <a:ea typeface="微软雅黑" panose="020B0503020204020204" pitchFamily="34" charset="-122"/>
              </a:rPr>
              <a:t>：</a:t>
            </a:r>
            <a:r>
              <a:rPr lang="en-US" altLang="zh-CN" sz="2600" dirty="0">
                <a:latin typeface="Arial" panose="020B0604020202020204" pitchFamily="34" charset="0"/>
                <a:ea typeface="微软雅黑" panose="020B0503020204020204" pitchFamily="34" charset="-122"/>
              </a:rPr>
              <a:t>20%</a:t>
            </a:r>
            <a:r>
              <a:rPr lang="zh-CN" altLang="en-US" sz="2600" dirty="0">
                <a:latin typeface="Arial" panose="020B0604020202020204" pitchFamily="34" charset="0"/>
                <a:ea typeface="微软雅黑" panose="020B0503020204020204" pitchFamily="34" charset="-122"/>
              </a:rPr>
              <a:t>（含作业</a:t>
            </a:r>
            <a:r>
              <a:rPr lang="en-US" altLang="zh-CN" sz="2600" dirty="0">
                <a:latin typeface="Arial" panose="020B0604020202020204" pitchFamily="34" charset="0"/>
                <a:ea typeface="微软雅黑" panose="020B0503020204020204" pitchFamily="34" charset="-122"/>
              </a:rPr>
              <a:t>10%</a:t>
            </a:r>
            <a:r>
              <a:rPr lang="zh-CN" altLang="en-US" sz="2600" dirty="0">
                <a:latin typeface="Arial" panose="020B0604020202020204" pitchFamily="34" charset="0"/>
                <a:ea typeface="微软雅黑" panose="020B0503020204020204" pitchFamily="34" charset="-122"/>
              </a:rPr>
              <a:t>、课堂情况</a:t>
            </a:r>
            <a:r>
              <a:rPr lang="en-US" altLang="zh-CN" sz="2600" dirty="0">
                <a:latin typeface="Arial" panose="020B0604020202020204" pitchFamily="34" charset="0"/>
                <a:ea typeface="微软雅黑" panose="020B0503020204020204" pitchFamily="34" charset="-122"/>
              </a:rPr>
              <a:t>10%</a:t>
            </a:r>
            <a:r>
              <a:rPr lang="zh-CN" altLang="en-US" sz="2600" dirty="0">
                <a:latin typeface="Arial" panose="020B0604020202020204" pitchFamily="34" charset="0"/>
                <a:ea typeface="微软雅黑" panose="020B0503020204020204" pitchFamily="34" charset="-122"/>
              </a:rPr>
              <a:t>）</a:t>
            </a:r>
            <a:endParaRPr lang="en-US" altLang="zh-CN" sz="2600" dirty="0">
              <a:latin typeface="Arial" panose="020B0604020202020204" pitchFamily="34" charset="0"/>
              <a:ea typeface="微软雅黑" panose="020B0503020204020204" pitchFamily="34" charset="-122"/>
            </a:endParaRPr>
          </a:p>
          <a:p>
            <a:pPr marR="0" lvl="0" algn="l" defTabSz="914400" rtl="0" eaLnBrk="1" fontAlgn="auto" latinLnBrk="0" hangingPunct="1">
              <a:lnSpc>
                <a:spcPct val="170000"/>
              </a:lnSpc>
              <a:spcBef>
                <a:spcPts val="1000"/>
              </a:spcBef>
              <a:spcAft>
                <a:spcPts val="0"/>
              </a:spcAft>
              <a:buClr>
                <a:srgbClr val="00007D"/>
              </a:buClr>
              <a:buSzPct val="90000"/>
              <a:tabLst/>
              <a:defRPr/>
            </a:pPr>
            <a:r>
              <a:rPr lang="en-US" altLang="zh-CN" sz="2600" dirty="0">
                <a:latin typeface="Arial" panose="020B0604020202020204" pitchFamily="34" charset="0"/>
                <a:ea typeface="微软雅黑" panose="020B0503020204020204" pitchFamily="34" charset="-122"/>
              </a:rPr>
              <a:t>	</a:t>
            </a:r>
            <a:r>
              <a:rPr lang="zh-CN" altLang="en-US" sz="2600" dirty="0">
                <a:latin typeface="Arial" panose="020B0604020202020204" pitchFamily="34" charset="0"/>
                <a:ea typeface="微软雅黑" panose="020B0503020204020204" pitchFamily="34" charset="-122"/>
              </a:rPr>
              <a:t>课堂情况 包括课堂出勤情况，课堂交互和回答问题的情况（积极举手回答问题有加分，但不能超过满分）</a:t>
            </a:r>
            <a:endParaRPr lang="en-US" altLang="zh-CN" sz="2600" dirty="0">
              <a:latin typeface="Arial" panose="020B0604020202020204" pitchFamily="34" charset="0"/>
              <a:ea typeface="微软雅黑" panose="020B0503020204020204" pitchFamily="34" charset="-122"/>
            </a:endParaRPr>
          </a:p>
          <a:p>
            <a:pPr marL="450850" marR="0" lvl="0" indent="-450850" algn="l" defTabSz="914400" rtl="0" eaLnBrk="1" fontAlgn="auto" latinLnBrk="0" hangingPunct="1">
              <a:lnSpc>
                <a:spcPct val="170000"/>
              </a:lnSpc>
              <a:spcBef>
                <a:spcPts val="1000"/>
              </a:spcBef>
              <a:spcAft>
                <a:spcPts val="0"/>
              </a:spcAft>
              <a:buClr>
                <a:srgbClr val="00007D"/>
              </a:buClr>
              <a:buSzPct val="90000"/>
              <a:buFont typeface="Wingdings" panose="05000000000000000000" pitchFamily="2" charset="2"/>
              <a:buChar char="n"/>
              <a:tabLst/>
              <a:defRPr/>
            </a:pPr>
            <a:r>
              <a:rPr lang="zh-CN" altLang="en-US" sz="2600" dirty="0">
                <a:latin typeface="Arial" panose="020B0604020202020204" pitchFamily="34" charset="0"/>
                <a:ea typeface="微软雅黑" panose="020B0503020204020204" pitchFamily="34" charset="-122"/>
              </a:rPr>
              <a:t>平时成绩</a:t>
            </a:r>
            <a:r>
              <a:rPr lang="en-US" altLang="zh-CN" sz="2600" dirty="0">
                <a:latin typeface="Arial" panose="020B0604020202020204" pitchFamily="34" charset="0"/>
                <a:ea typeface="微软雅黑" panose="020B0503020204020204" pitchFamily="34" charset="-122"/>
              </a:rPr>
              <a:t>2</a:t>
            </a:r>
            <a:r>
              <a:rPr lang="zh-CN" altLang="en-US" sz="2600" dirty="0">
                <a:latin typeface="Arial" panose="020B0604020202020204" pitchFamily="34" charset="0"/>
                <a:ea typeface="微软雅黑" panose="020B0503020204020204" pitchFamily="34" charset="-122"/>
              </a:rPr>
              <a:t>：</a:t>
            </a:r>
            <a:r>
              <a:rPr lang="en-US" altLang="zh-CN" sz="2600" dirty="0">
                <a:latin typeface="Arial" panose="020B0604020202020204" pitchFamily="34" charset="0"/>
                <a:ea typeface="微软雅黑" panose="020B0503020204020204" pitchFamily="34" charset="-122"/>
              </a:rPr>
              <a:t>30% </a:t>
            </a:r>
            <a:r>
              <a:rPr lang="zh-CN" altLang="en-US" sz="2600" dirty="0">
                <a:latin typeface="Arial" panose="020B0604020202020204" pitchFamily="34" charset="0"/>
                <a:ea typeface="微软雅黑" panose="020B0503020204020204" pitchFamily="34" charset="-122"/>
              </a:rPr>
              <a:t>（</a:t>
            </a:r>
            <a:r>
              <a:rPr lang="en-US" altLang="zh-CN" sz="2600" dirty="0">
                <a:latin typeface="Arial" panose="020B0604020202020204" pitchFamily="34" charset="0"/>
                <a:ea typeface="微软雅黑" panose="020B0503020204020204" pitchFamily="34" charset="-122"/>
              </a:rPr>
              <a:t>6</a:t>
            </a:r>
            <a:r>
              <a:rPr lang="zh-CN" altLang="en-US" sz="2600" dirty="0">
                <a:latin typeface="Arial" panose="020B0604020202020204" pitchFamily="34" charset="0"/>
                <a:ea typeface="微软雅黑" panose="020B0503020204020204" pitchFamily="34" charset="-122"/>
              </a:rPr>
              <a:t>个实验</a:t>
            </a:r>
            <a:r>
              <a:rPr lang="en-US" altLang="zh-CN" sz="2600" dirty="0">
                <a:latin typeface="Arial" panose="020B0604020202020204" pitchFamily="34" charset="0"/>
                <a:ea typeface="微软雅黑" panose="020B0503020204020204" pitchFamily="34" charset="-122"/>
              </a:rPr>
              <a:t>15%+</a:t>
            </a:r>
            <a:r>
              <a:rPr lang="zh-CN" altLang="en-US" sz="2600" dirty="0">
                <a:latin typeface="Arial" panose="020B0604020202020204" pitchFamily="34" charset="0"/>
                <a:ea typeface="微软雅黑" panose="020B0503020204020204" pitchFamily="34" charset="-122"/>
              </a:rPr>
              <a:t>大作业</a:t>
            </a:r>
            <a:r>
              <a:rPr lang="en-US" altLang="zh-CN" sz="2600" dirty="0">
                <a:latin typeface="Arial" panose="020B0604020202020204" pitchFamily="34" charset="0"/>
                <a:ea typeface="微软雅黑" panose="020B0503020204020204" pitchFamily="34" charset="-122"/>
              </a:rPr>
              <a:t>15%</a:t>
            </a:r>
            <a:r>
              <a:rPr lang="zh-CN" altLang="en-US" sz="2600" dirty="0">
                <a:latin typeface="Arial" panose="020B0604020202020204" pitchFamily="34" charset="0"/>
                <a:ea typeface="微软雅黑" panose="020B0503020204020204" pitchFamily="34" charset="-122"/>
              </a:rPr>
              <a:t>）</a:t>
            </a:r>
            <a:endParaRPr lang="en-US" altLang="zh-CN" sz="2600" dirty="0">
              <a:latin typeface="Arial" panose="020B0604020202020204" pitchFamily="34" charset="0"/>
              <a:ea typeface="微软雅黑" panose="020B0503020204020204" pitchFamily="34" charset="-122"/>
            </a:endParaRPr>
          </a:p>
          <a:p>
            <a:pPr marL="450850" marR="0" lvl="0" indent="-450850" algn="l" defTabSz="914400" rtl="0" eaLnBrk="1" fontAlgn="auto" latinLnBrk="0" hangingPunct="1">
              <a:lnSpc>
                <a:spcPct val="170000"/>
              </a:lnSpc>
              <a:spcBef>
                <a:spcPts val="1000"/>
              </a:spcBef>
              <a:spcAft>
                <a:spcPts val="0"/>
              </a:spcAft>
              <a:buClr>
                <a:srgbClr val="00007D"/>
              </a:buClr>
              <a:buSzPct val="90000"/>
              <a:buFont typeface="Wingdings" panose="05000000000000000000" pitchFamily="2" charset="2"/>
              <a:buChar char="n"/>
              <a:tabLst/>
              <a:defRPr/>
            </a:pPr>
            <a:r>
              <a:rPr lang="zh-CN" altLang="en-US" sz="2600" dirty="0">
                <a:latin typeface="Arial" panose="020B0604020202020204" pitchFamily="34" charset="0"/>
                <a:ea typeface="微软雅黑" panose="020B0503020204020204" pitchFamily="34" charset="-122"/>
              </a:rPr>
              <a:t>期中考试：</a:t>
            </a:r>
            <a:r>
              <a:rPr lang="en-US" altLang="zh-CN" sz="2600" dirty="0">
                <a:latin typeface="Arial" panose="020B0604020202020204" pitchFamily="34" charset="0"/>
                <a:ea typeface="微软雅黑" panose="020B0503020204020204" pitchFamily="34" charset="-122"/>
              </a:rPr>
              <a:t>15%</a:t>
            </a:r>
          </a:p>
          <a:p>
            <a:pPr marL="450850" marR="0" lvl="0" indent="-450850" algn="l" defTabSz="914400" rtl="0" eaLnBrk="1" fontAlgn="auto" latinLnBrk="0" hangingPunct="1">
              <a:lnSpc>
                <a:spcPct val="170000"/>
              </a:lnSpc>
              <a:spcBef>
                <a:spcPts val="1000"/>
              </a:spcBef>
              <a:spcAft>
                <a:spcPts val="0"/>
              </a:spcAft>
              <a:buClr>
                <a:srgbClr val="00007D"/>
              </a:buClr>
              <a:buSzPct val="90000"/>
              <a:buFont typeface="Wingdings" panose="05000000000000000000" pitchFamily="2" charset="2"/>
              <a:buChar char="n"/>
              <a:tabLst/>
              <a:defRPr/>
            </a:pPr>
            <a:r>
              <a:rPr lang="zh-CN" altLang="en-US" sz="2600" dirty="0">
                <a:latin typeface="Arial" panose="020B0604020202020204" pitchFamily="34" charset="0"/>
                <a:ea typeface="微软雅黑" panose="020B0503020204020204" pitchFamily="34" charset="-122"/>
              </a:rPr>
              <a:t>期末考试：</a:t>
            </a:r>
            <a:r>
              <a:rPr lang="en-US" altLang="zh-CN" sz="2600" dirty="0">
                <a:latin typeface="Arial" panose="020B0604020202020204" pitchFamily="34" charset="0"/>
                <a:ea typeface="微软雅黑" panose="020B0503020204020204" pitchFamily="34" charset="-122"/>
              </a:rPr>
              <a:t>35%</a:t>
            </a:r>
          </a:p>
          <a:p>
            <a:pPr marL="450850" marR="0" lvl="0" indent="-450850" algn="l" defTabSz="914400" rtl="0" eaLnBrk="1" fontAlgn="auto" latinLnBrk="0" hangingPunct="1">
              <a:lnSpc>
                <a:spcPct val="170000"/>
              </a:lnSpc>
              <a:spcBef>
                <a:spcPts val="1000"/>
              </a:spcBef>
              <a:spcAft>
                <a:spcPts val="0"/>
              </a:spcAft>
              <a:buClr>
                <a:srgbClr val="00007D"/>
              </a:buClr>
              <a:buSzPct val="90000"/>
              <a:buFont typeface="Wingdings" panose="05000000000000000000" pitchFamily="2" charset="2"/>
              <a:buChar char="n"/>
              <a:tabLst/>
              <a:defRPr/>
            </a:pP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extLst>
      <p:ext uri="{BB962C8B-B14F-4D97-AF65-F5344CB8AC3E}">
        <p14:creationId xmlns:p14="http://schemas.microsoft.com/office/powerpoint/2010/main" val="126713603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05C40D-49E1-DE26-B015-E98E5EE77F60}"/>
              </a:ext>
            </a:extLst>
          </p:cNvPr>
          <p:cNvSpPr>
            <a:spLocks noGrp="1"/>
          </p:cNvSpPr>
          <p:nvPr>
            <p:ph type="title"/>
          </p:nvPr>
        </p:nvSpPr>
        <p:spPr/>
        <p:txBody>
          <a:bodyPr/>
          <a:lstStyle/>
          <a:p>
            <a:r>
              <a:rPr lang="zh-CN" altLang="en-US" dirty="0"/>
              <a:t>课程</a:t>
            </a:r>
            <a:r>
              <a:rPr lang="en-US" altLang="zh-CN" dirty="0"/>
              <a:t>QQ</a:t>
            </a:r>
            <a:r>
              <a:rPr lang="zh-CN" altLang="en-US" dirty="0"/>
              <a:t>群</a:t>
            </a:r>
          </a:p>
        </p:txBody>
      </p:sp>
      <p:sp>
        <p:nvSpPr>
          <p:cNvPr id="3" name="灯片编号占位符 2">
            <a:extLst>
              <a:ext uri="{FF2B5EF4-FFF2-40B4-BE49-F238E27FC236}">
                <a16:creationId xmlns:a16="http://schemas.microsoft.com/office/drawing/2014/main" id="{DC504A06-BD42-F015-AB3E-98B28F4E87B6}"/>
              </a:ext>
            </a:extLst>
          </p:cNvPr>
          <p:cNvSpPr>
            <a:spLocks noGrp="1"/>
          </p:cNvSpPr>
          <p:nvPr>
            <p:ph type="sldNum" sz="quarter" idx="12"/>
          </p:nvPr>
        </p:nvSpPr>
        <p:spPr/>
        <p:txBody>
          <a:bodyPr/>
          <a:lstStyle/>
          <a:p>
            <a:fld id="{F210D295-9B15-4757-888B-4FDF115DEA16}" type="slidenum">
              <a:rPr lang="zh-CN" altLang="en-US" smtClean="0"/>
              <a:pPr/>
              <a:t>20</a:t>
            </a:fld>
            <a:endParaRPr lang="zh-CN" altLang="en-US"/>
          </a:p>
        </p:txBody>
      </p:sp>
      <p:pic>
        <p:nvPicPr>
          <p:cNvPr id="8" name="内容占位符 7">
            <a:extLst>
              <a:ext uri="{FF2B5EF4-FFF2-40B4-BE49-F238E27FC236}">
                <a16:creationId xmlns:a16="http://schemas.microsoft.com/office/drawing/2014/main" id="{D40B5490-760D-5A04-B780-752A6D9584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50230" y="1267469"/>
            <a:ext cx="3652640" cy="4687016"/>
          </a:xfrm>
        </p:spPr>
      </p:pic>
    </p:spTree>
    <p:extLst>
      <p:ext uri="{BB962C8B-B14F-4D97-AF65-F5344CB8AC3E}">
        <p14:creationId xmlns:p14="http://schemas.microsoft.com/office/powerpoint/2010/main" val="231678589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4321</TotalTime>
  <Words>1710</Words>
  <Application>Microsoft Office PowerPoint</Application>
  <PresentationFormat>宽屏</PresentationFormat>
  <Paragraphs>191</Paragraphs>
  <Slides>20</Slides>
  <Notes>8</Notes>
  <HiddenSlides>0</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1</vt:i4>
      </vt:variant>
      <vt:variant>
        <vt:lpstr>幻灯片标题</vt:lpstr>
      </vt:variant>
      <vt:variant>
        <vt:i4>20</vt:i4>
      </vt:variant>
    </vt:vector>
  </HeadingPairs>
  <TitlesOfParts>
    <vt:vector size="42" baseType="lpstr">
      <vt:lpstr>Carlito</vt:lpstr>
      <vt:lpstr>Droid Sans Fallback</vt:lpstr>
      <vt:lpstr>Gill Sans</vt:lpstr>
      <vt:lpstr>Helvetica Light</vt:lpstr>
      <vt:lpstr>Noto Sans CJK JP Black</vt:lpstr>
      <vt:lpstr>PingFang SC</vt:lpstr>
      <vt:lpstr>UKIJ CJK</vt:lpstr>
      <vt:lpstr>等线</vt:lpstr>
      <vt:lpstr>等线 Light</vt:lpstr>
      <vt:lpstr>黑体</vt:lpstr>
      <vt:lpstr>隶书</vt:lpstr>
      <vt:lpstr>宋体</vt:lpstr>
      <vt:lpstr>微软雅黑</vt:lpstr>
      <vt:lpstr>新宋体</vt:lpstr>
      <vt:lpstr>Arial</vt:lpstr>
      <vt:lpstr>Calibri</vt:lpstr>
      <vt:lpstr>Helvetica</vt:lpstr>
      <vt:lpstr>Times New Roman</vt:lpstr>
      <vt:lpstr>Wingdings</vt:lpstr>
      <vt:lpstr>Office 主题</vt:lpstr>
      <vt:lpstr>自定义设计方案</vt:lpstr>
      <vt:lpstr>剪辑</vt:lpstr>
      <vt:lpstr>数据库原理</vt:lpstr>
      <vt:lpstr>课题组成员介绍</vt:lpstr>
      <vt:lpstr>课程背景</vt:lpstr>
      <vt:lpstr>数据库技术与图灵奖</vt:lpstr>
      <vt:lpstr>数据库技术与图灵奖</vt:lpstr>
      <vt:lpstr>课程基本情况</vt:lpstr>
      <vt:lpstr>课程简介</vt:lpstr>
      <vt:lpstr>PowerPoint 演示文稿</vt:lpstr>
      <vt:lpstr>课程概览</vt:lpstr>
      <vt:lpstr>课程资料</vt:lpstr>
      <vt:lpstr>课程教学目的</vt:lpstr>
      <vt:lpstr>课时安排</vt:lpstr>
      <vt:lpstr>教学内容与课时安排</vt:lpstr>
      <vt:lpstr>教学内容与课时安排</vt:lpstr>
      <vt:lpstr>实验安排</vt:lpstr>
      <vt:lpstr>PowerPoint 演示文稿</vt:lpstr>
      <vt:lpstr>大作业安排</vt:lpstr>
      <vt:lpstr>学习方式</vt:lpstr>
      <vt:lpstr>课程评分标准</vt:lpstr>
      <vt:lpstr>课程QQ群</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CG</dc:creator>
  <cp:lastModifiedBy>Chengyuan Zhang</cp:lastModifiedBy>
  <cp:revision>5505</cp:revision>
  <dcterms:created xsi:type="dcterms:W3CDTF">2013-05-16T08:36:15Z</dcterms:created>
  <dcterms:modified xsi:type="dcterms:W3CDTF">2024-09-18T04:14:11Z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Ref">
    <vt:lpwstr>https://api.informationprotection.azure.com/api/72f988bf-86f1-41af-91ab-2d7cd011db47</vt:lpwstr>
  </property>
  <property fmtid="{D5CDD505-2E9C-101B-9397-08002B2CF9AE}" pid="5" name="MSIP_Label_f42aa342-8706-4288-bd11-ebb85995028c_Owner">
    <vt:lpwstr>guoche@microsoft.com</vt:lpwstr>
  </property>
  <property fmtid="{D5CDD505-2E9C-101B-9397-08002B2CF9AE}" pid="6" name="MSIP_Label_f42aa342-8706-4288-bd11-ebb85995028c_SetDate">
    <vt:lpwstr>2017-10-22T19:26:02.4036022+08:00</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